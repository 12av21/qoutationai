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70" r:id="rId13"/>
    <p:sldId id="268" r:id="rId14"/>
    <p:sldId id="269" r:id="rId15"/>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15" d="100"/>
          <a:sy n="115" d="100"/>
        </p:scale>
        <p:origin x="67"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42"/>
        <p:cNvGrpSpPr/>
        <p:nvPr/>
      </p:nvGrpSpPr>
      <p:grpSpPr>
        <a:xfrm>
          <a:off x="0" y="0"/>
          <a:ext cx="0" cy="0"/>
          <a:chOff x="0" y="0"/>
          <a:chExt cx="0" cy="0"/>
        </a:xfrm>
      </p:grpSpPr>
      <p:sp>
        <p:nvSpPr>
          <p:cNvPr id="143" name="Google Shape;143;n"/>
          <p:cNvSpPr txBox="1">
            <a:spLocks noGrp="1"/>
          </p:cNvSpPr>
          <p:nvPr>
            <p:ph type="hdr" idx="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144" name="Google Shape;144;n"/>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145" name="Google Shape;145;n"/>
          <p:cNvSpPr>
            <a:spLocks noGrp="1" noRot="1" noChangeAspect="1"/>
          </p:cNvSpPr>
          <p:nvPr>
            <p:ph type="sldImg" idx="3"/>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6" name="Google Shape;146;n"/>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lvl1pPr>
            <a:lvl2pPr marL="914400" lvl="1" indent="-228600" rtl="0">
              <a:spcBef>
                <a:spcPts val="0"/>
              </a:spcBef>
              <a:spcAft>
                <a:spcPts val="0"/>
              </a:spcAft>
              <a:buSzPts val="1400"/>
              <a:buNone/>
              <a:defRPr sz="1800"/>
            </a:lvl2pPr>
            <a:lvl3pPr marL="1371600" lvl="2" indent="-228600" rtl="0">
              <a:spcBef>
                <a:spcPts val="0"/>
              </a:spcBef>
              <a:spcAft>
                <a:spcPts val="0"/>
              </a:spcAft>
              <a:buSzPts val="1400"/>
              <a:buNone/>
              <a:defRPr sz="1800"/>
            </a:lvl3pPr>
            <a:lvl4pPr marL="1828800" lvl="3" indent="-228600" rtl="0">
              <a:spcBef>
                <a:spcPts val="0"/>
              </a:spcBef>
              <a:spcAft>
                <a:spcPts val="0"/>
              </a:spcAft>
              <a:buSzPts val="1400"/>
              <a:buNone/>
              <a:defRPr sz="1800"/>
            </a:lvl4pPr>
            <a:lvl5pPr marL="2286000" lvl="4" indent="-228600" rtl="0">
              <a:spcBef>
                <a:spcPts val="0"/>
              </a:spcBef>
              <a:spcAft>
                <a:spcPts val="0"/>
              </a:spcAft>
              <a:buSzPts val="1400"/>
              <a:buNone/>
              <a:defRPr sz="1800"/>
            </a:lvl5pPr>
            <a:lvl6pPr marL="2743200" lvl="5" indent="-228600" rtl="0">
              <a:spcBef>
                <a:spcPts val="0"/>
              </a:spcBef>
              <a:spcAft>
                <a:spcPts val="0"/>
              </a:spcAft>
              <a:buSzPts val="1400"/>
              <a:buNone/>
              <a:defRPr sz="1800"/>
            </a:lvl6pPr>
            <a:lvl7pPr marL="3200400" lvl="6" indent="-228600" rtl="0">
              <a:spcBef>
                <a:spcPts val="0"/>
              </a:spcBef>
              <a:spcAft>
                <a:spcPts val="0"/>
              </a:spcAft>
              <a:buSzPts val="1400"/>
              <a:buNone/>
              <a:defRPr sz="1800"/>
            </a:lvl7pPr>
            <a:lvl8pPr marL="3657600" lvl="7" indent="-228600" rtl="0">
              <a:spcBef>
                <a:spcPts val="0"/>
              </a:spcBef>
              <a:spcAft>
                <a:spcPts val="0"/>
              </a:spcAft>
              <a:buSzPts val="1400"/>
              <a:buNone/>
              <a:defRPr sz="1800"/>
            </a:lvl8pPr>
            <a:lvl9pPr marL="4114800" lvl="8" indent="-228600" rtl="0">
              <a:spcBef>
                <a:spcPts val="0"/>
              </a:spcBef>
              <a:spcAft>
                <a:spcPts val="0"/>
              </a:spcAft>
              <a:buSzPts val="1400"/>
              <a:buNone/>
              <a:defRPr sz="1800"/>
            </a:lvl9pPr>
          </a:lstStyle>
          <a:p>
            <a:endParaRPr/>
          </a:p>
        </p:txBody>
      </p:sp>
      <p:sp>
        <p:nvSpPr>
          <p:cNvPr id="147" name="Google Shape;147;n"/>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148" name="Google Shape;148;n"/>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6" name="Google Shape;196;p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200"/>
              <a:buNone/>
            </a:pPr>
            <a:r>
              <a:rPr lang="en-US" sz="1200"/>
              <a:t>QuotePilot AI submission deck follows.</a:t>
            </a:r>
            <a:endParaRPr/>
          </a:p>
          <a:p>
            <a:pPr marL="0" lvl="0" indent="0" algn="l" rtl="0">
              <a:spcBef>
                <a:spcPts val="0"/>
              </a:spcBef>
              <a:spcAft>
                <a:spcPts val="0"/>
              </a:spcAft>
              <a:buSzPts val="1200"/>
              <a:buNone/>
            </a:pPr>
            <a:endParaRPr/>
          </a:p>
          <a:p>
            <a:pPr marL="0" lvl="0" indent="0" algn="l" rtl="0">
              <a:spcBef>
                <a:spcPts val="0"/>
              </a:spcBef>
              <a:spcAft>
                <a:spcPts val="0"/>
              </a:spcAft>
              <a:buSzPts val="1200"/>
              <a:buNone/>
            </a:pPr>
            <a:r>
              <a:rPr lang="en-US" sz="1200"/>
              <a:t>[Sources]</a:t>
            </a:r>
            <a:endParaRPr/>
          </a:p>
          <a:p>
            <a:pPr marL="0" lvl="0" indent="0" algn="l" rtl="0">
              <a:spcBef>
                <a:spcPts val="0"/>
              </a:spcBef>
              <a:spcAft>
                <a:spcPts val="0"/>
              </a:spcAft>
              <a:buSzPts val="1200"/>
              <a:buNone/>
            </a:pPr>
            <a:r>
              <a:rPr lang="en-US" sz="1200"/>
              <a:t>- User-provided Builders Pitch Fest 2026 template.</a:t>
            </a:r>
            <a:endParaRPr/>
          </a:p>
        </p:txBody>
      </p:sp>
      <p:sp>
        <p:nvSpPr>
          <p:cNvPr id="197" name="Google Shape;197;p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2" name="Google Shape;202;p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200"/>
              <a:buNone/>
            </a:pPr>
            <a:r>
              <a:rPr lang="en-US" sz="1200"/>
              <a:t>This is an idea-stage submission. No customer traction or performance results are claimed. The proposed MVP targets a narrow industrial-automation catalogue first, then expands to adjacent B2B categories.</a:t>
            </a:r>
            <a:endParaRPr/>
          </a:p>
          <a:p>
            <a:pPr marL="0" lvl="0" indent="0" algn="l" rtl="0">
              <a:spcBef>
                <a:spcPts val="0"/>
              </a:spcBef>
              <a:spcAft>
                <a:spcPts val="0"/>
              </a:spcAft>
              <a:buSzPts val="1200"/>
              <a:buNone/>
            </a:pPr>
            <a:endParaRPr/>
          </a:p>
          <a:p>
            <a:pPr marL="0" lvl="0" indent="0" algn="l" rtl="0">
              <a:spcBef>
                <a:spcPts val="0"/>
              </a:spcBef>
              <a:spcAft>
                <a:spcPts val="0"/>
              </a:spcAft>
              <a:buSzPts val="1200"/>
              <a:buNone/>
            </a:pPr>
            <a:r>
              <a:rPr lang="en-US" sz="1200"/>
              <a:t>[Sources]</a:t>
            </a:r>
            <a:endParaRPr/>
          </a:p>
          <a:p>
            <a:pPr marL="0" lvl="0" indent="0" algn="l" rtl="0">
              <a:spcBef>
                <a:spcPts val="0"/>
              </a:spcBef>
              <a:spcAft>
                <a:spcPts val="0"/>
              </a:spcAft>
              <a:buSzPts val="1200"/>
              <a:buNone/>
            </a:pPr>
            <a:r>
              <a:rPr lang="en-US" sz="1200"/>
              <a:t>- User-provided Builders Pitch Fest 2026 template.</a:t>
            </a:r>
            <a:endParaRPr/>
          </a:p>
          <a:p>
            <a:pPr marL="0" lvl="0" indent="0" algn="l" rtl="0">
              <a:spcBef>
                <a:spcPts val="0"/>
              </a:spcBef>
              <a:spcAft>
                <a:spcPts val="0"/>
              </a:spcAft>
              <a:buSzPts val="1200"/>
              <a:buNone/>
            </a:pPr>
            <a:r>
              <a:rPr lang="en-US" sz="1200"/>
              <a:t>- Product concept developed from the user's industrial automation, sales/pre-sales and AI/ML experience.</a:t>
            </a:r>
            <a:endParaRPr/>
          </a:p>
        </p:txBody>
      </p:sp>
      <p:sp>
        <p:nvSpPr>
          <p:cNvPr id="203" name="Google Shape;203;p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0" name="Google Shape;210;p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200"/>
              <a:buNone/>
            </a:pPr>
            <a:r>
              <a:rPr lang="en-US" sz="1200"/>
              <a:t>Opening story: A buyer asks for 20 pressure transmitters, 0-10 bar, 4-20 mA, IP67, delivery within three weeks. Before price can be offered, the supplier must confirm connection size, material compatibility, certification, stock, delivery and margin. QuotePilot coordinates these checks and stops for human approval.</a:t>
            </a:r>
            <a:endParaRPr/>
          </a:p>
          <a:p>
            <a:pPr marL="0" lvl="0" indent="0" algn="l" rtl="0">
              <a:spcBef>
                <a:spcPts val="0"/>
              </a:spcBef>
              <a:spcAft>
                <a:spcPts val="0"/>
              </a:spcAft>
              <a:buSzPts val="1200"/>
              <a:buNone/>
            </a:pPr>
            <a:endParaRPr/>
          </a:p>
          <a:p>
            <a:pPr marL="0" lvl="0" indent="0" algn="l" rtl="0">
              <a:spcBef>
                <a:spcPts val="0"/>
              </a:spcBef>
              <a:spcAft>
                <a:spcPts val="0"/>
              </a:spcAft>
              <a:buSzPts val="1200"/>
              <a:buNone/>
            </a:pPr>
            <a:r>
              <a:rPr lang="en-US" sz="1200"/>
              <a:t>[Sources]</a:t>
            </a:r>
            <a:endParaRPr/>
          </a:p>
          <a:p>
            <a:pPr marL="0" lvl="0" indent="0" algn="l" rtl="0">
              <a:spcBef>
                <a:spcPts val="0"/>
              </a:spcBef>
              <a:spcAft>
                <a:spcPts val="0"/>
              </a:spcAft>
              <a:buSzPts val="1200"/>
              <a:buNone/>
            </a:pPr>
            <a:r>
              <a:rPr lang="en-US" sz="1200"/>
              <a:t>- No external quantitative claim. Illustrative RFQ based on standard industrial quotation workflows.</a:t>
            </a:r>
            <a:endParaRPr/>
          </a:p>
        </p:txBody>
      </p:sp>
      <p:sp>
        <p:nvSpPr>
          <p:cNvPr id="211" name="Google Shape;211;p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8" name="Google Shape;218;p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200"/>
              <a:buNone/>
            </a:pPr>
            <a:r>
              <a:rPr lang="en-US" sz="1200"/>
              <a:t>Validation questions: RFQs per week; median preparation time; late-response rate; common errors; approval steps; lost-quote reasons; systems used; acceptable data access; willingness to pilot/pay. Success rule: proceed only if repeated pain and access to anonymised artefacts are confirmed.</a:t>
            </a:r>
            <a:endParaRPr/>
          </a:p>
          <a:p>
            <a:pPr marL="0" lvl="0" indent="0" algn="l" rtl="0">
              <a:spcBef>
                <a:spcPts val="0"/>
              </a:spcBef>
              <a:spcAft>
                <a:spcPts val="0"/>
              </a:spcAft>
              <a:buSzPts val="1200"/>
              <a:buNone/>
            </a:pPr>
            <a:endParaRPr/>
          </a:p>
          <a:p>
            <a:pPr marL="0" lvl="0" indent="0" algn="l" rtl="0">
              <a:spcBef>
                <a:spcPts val="0"/>
              </a:spcBef>
              <a:spcAft>
                <a:spcPts val="0"/>
              </a:spcAft>
              <a:buSzPts val="1200"/>
              <a:buNone/>
            </a:pPr>
            <a:r>
              <a:rPr lang="en-US" sz="1200"/>
              <a:t>[Sources]</a:t>
            </a:r>
            <a:endParaRPr/>
          </a:p>
          <a:p>
            <a:pPr marL="0" lvl="0" indent="0" algn="l" rtl="0">
              <a:spcBef>
                <a:spcPts val="0"/>
              </a:spcBef>
              <a:spcAft>
                <a:spcPts val="0"/>
              </a:spcAft>
              <a:buSzPts val="1200"/>
              <a:buNone/>
            </a:pPr>
            <a:r>
              <a:rPr lang="en-US" sz="1200"/>
              <a:t>- Evidence status and validation thresholds are founder-defined; they are not presented as achieved traction.</a:t>
            </a:r>
            <a:endParaRPr/>
          </a:p>
        </p:txBody>
      </p:sp>
      <p:sp>
        <p:nvSpPr>
          <p:cNvPr id="219" name="Google Shape;219;p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6" name="Google Shape;226;p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200"/>
              <a:buNone/>
            </a:pPr>
            <a:r>
              <a:rPr lang="en-US" sz="1200"/>
              <a:t>Avoid a broad “all MSMEs” TAM claim. The initial market is a reachable segment defined by workflow fit, catalogue quality, RFQ volume and integration readiness. Expansion paths: electrical components, pumps/valves, laboratory equipment, HVAC, industrial safety and contract manufacturing.</a:t>
            </a:r>
            <a:endParaRPr/>
          </a:p>
          <a:p>
            <a:pPr marL="0" lvl="0" indent="0" algn="l" rtl="0">
              <a:spcBef>
                <a:spcPts val="0"/>
              </a:spcBef>
              <a:spcAft>
                <a:spcPts val="0"/>
              </a:spcAft>
              <a:buSzPts val="1200"/>
              <a:buNone/>
            </a:pPr>
            <a:endParaRPr/>
          </a:p>
          <a:p>
            <a:pPr marL="0" lvl="0" indent="0" algn="l" rtl="0">
              <a:spcBef>
                <a:spcPts val="0"/>
              </a:spcBef>
              <a:spcAft>
                <a:spcPts val="0"/>
              </a:spcAft>
              <a:buSzPts val="1200"/>
              <a:buNone/>
            </a:pPr>
            <a:r>
              <a:rPr lang="en-US" sz="1200"/>
              <a:t>[Sources]</a:t>
            </a:r>
            <a:endParaRPr/>
          </a:p>
          <a:p>
            <a:pPr marL="0" lvl="0" indent="0" algn="l" rtl="0">
              <a:spcBef>
                <a:spcPts val="0"/>
              </a:spcBef>
              <a:spcAft>
                <a:spcPts val="0"/>
              </a:spcAft>
              <a:buSzPts val="1200"/>
              <a:buNone/>
            </a:pPr>
            <a:r>
              <a:rPr lang="en-US" sz="1200"/>
              <a:t>- Account and ARR figures are explicit internal planning assumptions: 150 x ₹30,000 x 12 = ₹5.4 crore.</a:t>
            </a:r>
            <a:endParaRPr/>
          </a:p>
        </p:txBody>
      </p:sp>
      <p:sp>
        <p:nvSpPr>
          <p:cNvPr id="227" name="Google Shape;227;p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4" name="Google Shape;234;p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200"/>
              <a:buNone/>
            </a:pPr>
            <a:r>
              <a:rPr lang="en-US" sz="1200"/>
              <a:t>MVP scope: 20-50 catalogue products, five representative RFQs, simulated inventory and price tables, dashboard approval and downloadable PDF. Out of scope: autonomous price negotiation, automatic order commitment, production ERP write-back and unsupported product categories.</a:t>
            </a:r>
            <a:endParaRPr/>
          </a:p>
          <a:p>
            <a:pPr marL="0" lvl="0" indent="0" algn="l" rtl="0">
              <a:spcBef>
                <a:spcPts val="0"/>
              </a:spcBef>
              <a:spcAft>
                <a:spcPts val="0"/>
              </a:spcAft>
              <a:buSzPts val="1200"/>
              <a:buNone/>
            </a:pPr>
            <a:endParaRPr/>
          </a:p>
          <a:p>
            <a:pPr marL="0" lvl="0" indent="0" algn="l" rtl="0">
              <a:spcBef>
                <a:spcPts val="0"/>
              </a:spcBef>
              <a:spcAft>
                <a:spcPts val="0"/>
              </a:spcAft>
              <a:buSzPts val="1200"/>
              <a:buNone/>
            </a:pPr>
            <a:r>
              <a:rPr lang="en-US" sz="1200"/>
              <a:t>[Sources]</a:t>
            </a:r>
            <a:endParaRPr/>
          </a:p>
          <a:p>
            <a:pPr marL="0" lvl="0" indent="0" algn="l" rtl="0">
              <a:spcBef>
                <a:spcPts val="0"/>
              </a:spcBef>
              <a:spcAft>
                <a:spcPts val="0"/>
              </a:spcAft>
              <a:buSzPts val="1200"/>
              <a:buNone/>
            </a:pPr>
            <a:r>
              <a:rPr lang="en-US" sz="1200"/>
              <a:t>- Metrics are proposed acceptance targets, not achieved results.</a:t>
            </a:r>
            <a:endParaRPr/>
          </a:p>
        </p:txBody>
      </p:sp>
      <p:sp>
        <p:nvSpPr>
          <p:cNvPr id="235" name="Google Shape;235;p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2" name="Google Shape;242;p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200"/>
              <a:buNone/>
            </a:pPr>
            <a:r>
              <a:rPr lang="en-US" sz="1200"/>
              <a:t>Architecture flow: RFQ source -&gt; secure ingestion -&gt; extraction/normalisation -&gt; catalogue retrieval/reranking -&gt; inventory/pricing/rules tools -&gt; risk gate -&gt; human approval -&gt; quote PDF/CRM/email adapter. Store source spans and decision traces for every recommended line item.</a:t>
            </a:r>
            <a:endParaRPr/>
          </a:p>
          <a:p>
            <a:pPr marL="0" lvl="0" indent="0" algn="l" rtl="0">
              <a:spcBef>
                <a:spcPts val="0"/>
              </a:spcBef>
              <a:spcAft>
                <a:spcPts val="0"/>
              </a:spcAft>
              <a:buSzPts val="1200"/>
              <a:buNone/>
            </a:pPr>
            <a:endParaRPr/>
          </a:p>
          <a:p>
            <a:pPr marL="0" lvl="0" indent="0" algn="l" rtl="0">
              <a:spcBef>
                <a:spcPts val="0"/>
              </a:spcBef>
              <a:spcAft>
                <a:spcPts val="0"/>
              </a:spcAft>
              <a:buSzPts val="1200"/>
              <a:buNone/>
            </a:pPr>
            <a:r>
              <a:rPr lang="en-US" sz="1200"/>
              <a:t>Model evaluation: exact match/F1 for extracted critical fields; Recall@k and MRR for product retrieval; requirement-coverage score; quote arithmetic unit tests; hallucination/error rate; latency/cost; human override rate.</a:t>
            </a:r>
            <a:endParaRPr/>
          </a:p>
          <a:p>
            <a:pPr marL="0" lvl="0" indent="0" algn="l" rtl="0">
              <a:spcBef>
                <a:spcPts val="0"/>
              </a:spcBef>
              <a:spcAft>
                <a:spcPts val="0"/>
              </a:spcAft>
              <a:buSzPts val="1200"/>
              <a:buNone/>
            </a:pPr>
            <a:endParaRPr/>
          </a:p>
          <a:p>
            <a:pPr marL="0" lvl="0" indent="0" algn="l" rtl="0">
              <a:spcBef>
                <a:spcPts val="0"/>
              </a:spcBef>
              <a:spcAft>
                <a:spcPts val="0"/>
              </a:spcAft>
              <a:buSzPts val="1200"/>
              <a:buNone/>
            </a:pPr>
            <a:r>
              <a:rPr lang="en-US" sz="1200"/>
              <a:t>[Sources]</a:t>
            </a:r>
            <a:endParaRPr/>
          </a:p>
          <a:p>
            <a:pPr marL="0" lvl="0" indent="0" algn="l" rtl="0">
              <a:spcBef>
                <a:spcPts val="0"/>
              </a:spcBef>
              <a:spcAft>
                <a:spcPts val="0"/>
              </a:spcAft>
              <a:buSzPts val="1200"/>
              <a:buNone/>
            </a:pPr>
            <a:r>
              <a:rPr lang="en-US" sz="1200"/>
              <a:t>- Google Gemini API documentation: https://ai.google.dev/gemini-api/docs</a:t>
            </a:r>
            <a:endParaRPr/>
          </a:p>
          <a:p>
            <a:pPr marL="0" lvl="0" indent="0" algn="l" rtl="0">
              <a:spcBef>
                <a:spcPts val="0"/>
              </a:spcBef>
              <a:spcAft>
                <a:spcPts val="0"/>
              </a:spcAft>
              <a:buSzPts val="1200"/>
              <a:buNone/>
            </a:pPr>
            <a:r>
              <a:rPr lang="en-US" sz="1200"/>
              <a:t>- LangGraph documentation: https://docs.langchain.com/oss/python/langgraph/overview</a:t>
            </a:r>
            <a:endParaRPr/>
          </a:p>
          <a:p>
            <a:pPr marL="0" lvl="0" indent="0" algn="l" rtl="0">
              <a:spcBef>
                <a:spcPts val="0"/>
              </a:spcBef>
              <a:spcAft>
                <a:spcPts val="0"/>
              </a:spcAft>
              <a:buSzPts val="1200"/>
              <a:buNone/>
            </a:pPr>
            <a:r>
              <a:rPr lang="en-US" sz="1200"/>
              <a:t>- pgvector project documentation: https://github.com/pgvector/pgvector</a:t>
            </a:r>
            <a:endParaRPr/>
          </a:p>
          <a:p>
            <a:pPr marL="0" lvl="0" indent="0" algn="l" rtl="0">
              <a:spcBef>
                <a:spcPts val="0"/>
              </a:spcBef>
              <a:spcAft>
                <a:spcPts val="0"/>
              </a:spcAft>
              <a:buSzPts val="1200"/>
              <a:buNone/>
            </a:pPr>
            <a:r>
              <a:rPr lang="en-US" sz="1200"/>
              <a:t>- Google Cloud Run documentation: https://cloud.google.com/run/docs</a:t>
            </a:r>
            <a:endParaRPr/>
          </a:p>
        </p:txBody>
      </p:sp>
      <p:sp>
        <p:nvSpPr>
          <p:cNvPr id="243" name="Google Shape;243;p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8: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0" name="Google Shape;250;p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200"/>
              <a:buNone/>
            </a:pPr>
            <a:r>
              <a:rPr lang="en-US" sz="1200"/>
              <a:t>Positioning is complementary when a customer already has CRM/ERP/CPQ: QuotePilot structures the incoming RFQ and hands off an approved quote or opportunity. Competitive claims should be validated through product demos and buyer interviews before submission.</a:t>
            </a:r>
            <a:endParaRPr/>
          </a:p>
          <a:p>
            <a:pPr marL="0" lvl="0" indent="0" algn="l" rtl="0">
              <a:spcBef>
                <a:spcPts val="0"/>
              </a:spcBef>
              <a:spcAft>
                <a:spcPts val="0"/>
              </a:spcAft>
              <a:buSzPts val="1200"/>
              <a:buNone/>
            </a:pPr>
            <a:endParaRPr/>
          </a:p>
          <a:p>
            <a:pPr marL="0" lvl="0" indent="0" algn="l" rtl="0">
              <a:spcBef>
                <a:spcPts val="0"/>
              </a:spcBef>
              <a:spcAft>
                <a:spcPts val="0"/>
              </a:spcAft>
              <a:buSzPts val="1200"/>
              <a:buNone/>
            </a:pPr>
            <a:r>
              <a:rPr lang="en-US" sz="1200"/>
              <a:t>[Sources]</a:t>
            </a:r>
            <a:endParaRPr/>
          </a:p>
          <a:p>
            <a:pPr marL="0" lvl="0" indent="0" algn="l" rtl="0">
              <a:spcBef>
                <a:spcPts val="0"/>
              </a:spcBef>
              <a:spcAft>
                <a:spcPts val="0"/>
              </a:spcAft>
              <a:buSzPts val="1200"/>
              <a:buNone/>
            </a:pPr>
            <a:r>
              <a:rPr lang="en-US" sz="1200"/>
              <a:t>- No externally benchmarked superiority claim is made.</a:t>
            </a:r>
            <a:endParaRPr/>
          </a:p>
        </p:txBody>
      </p:sp>
      <p:sp>
        <p:nvSpPr>
          <p:cNvPr id="251" name="Google Shape;251;p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p9: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8" name="Google Shape;258;p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200"/>
              <a:buNone/>
            </a:pPr>
            <a:r>
              <a:rPr lang="en-US" sz="1200"/>
              <a:t>Pilot scorecard: baseline versus assisted turnaround time; critical-field extraction; top-3 product match recall; percentage of drafts approved with minor/no edits; below-margin blocks; sales hours saved; quote response and win rate where sample size is sufficient. Pricing is deliberately stated as a hypothesis.</a:t>
            </a:r>
            <a:endParaRPr/>
          </a:p>
          <a:p>
            <a:pPr marL="0" lvl="0" indent="0" algn="l" rtl="0">
              <a:spcBef>
                <a:spcPts val="0"/>
              </a:spcBef>
              <a:spcAft>
                <a:spcPts val="0"/>
              </a:spcAft>
              <a:buSzPts val="1200"/>
              <a:buNone/>
            </a:pPr>
            <a:endParaRPr/>
          </a:p>
          <a:p>
            <a:pPr marL="0" lvl="0" indent="0" algn="l" rtl="0">
              <a:spcBef>
                <a:spcPts val="0"/>
              </a:spcBef>
              <a:spcAft>
                <a:spcPts val="0"/>
              </a:spcAft>
              <a:buSzPts val="1200"/>
              <a:buNone/>
            </a:pPr>
            <a:r>
              <a:rPr lang="en-US" sz="1200"/>
              <a:t>[Sources]</a:t>
            </a:r>
            <a:endParaRPr/>
          </a:p>
          <a:p>
            <a:pPr marL="0" lvl="0" indent="0" algn="l" rtl="0">
              <a:spcBef>
                <a:spcPts val="0"/>
              </a:spcBef>
              <a:spcAft>
                <a:spcPts val="0"/>
              </a:spcAft>
              <a:buSzPts val="1200"/>
              <a:buNone/>
            </a:pPr>
            <a:r>
              <a:rPr lang="en-US" sz="1200"/>
              <a:t>- All prices and GTM stages are internal hypotheses for customer discovery.</a:t>
            </a:r>
            <a:endParaRPr/>
          </a:p>
        </p:txBody>
      </p:sp>
      <p:sp>
        <p:nvSpPr>
          <p:cNvPr id="259" name="Google Shape;259;p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p10: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6" name="Google Shape;266;p1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200"/>
              <a:buNone/>
            </a:pPr>
            <a:r>
              <a:rPr lang="en-US" sz="1200"/>
              <a:t>MVP acceptance gates: representative data set agreed; PII/confidential-data handling documented; 100% customer-facing actions require approval; deterministic arithmetic tests pass; incorrect/low-confidence match routes to clarification or manual review; PDF output matches approved template.</a:t>
            </a:r>
            <a:endParaRPr/>
          </a:p>
          <a:p>
            <a:pPr marL="0" lvl="0" indent="0" algn="l" rtl="0">
              <a:spcBef>
                <a:spcPts val="0"/>
              </a:spcBef>
              <a:spcAft>
                <a:spcPts val="0"/>
              </a:spcAft>
              <a:buSzPts val="1200"/>
              <a:buNone/>
            </a:pPr>
            <a:endParaRPr/>
          </a:p>
          <a:p>
            <a:pPr marL="0" lvl="0" indent="0" algn="l" rtl="0">
              <a:spcBef>
                <a:spcPts val="0"/>
              </a:spcBef>
              <a:spcAft>
                <a:spcPts val="0"/>
              </a:spcAft>
              <a:buSzPts val="1200"/>
              <a:buNone/>
            </a:pPr>
            <a:r>
              <a:rPr lang="en-US" sz="1200"/>
              <a:t>[Sources]</a:t>
            </a:r>
            <a:endParaRPr/>
          </a:p>
          <a:p>
            <a:pPr marL="0" lvl="0" indent="0" algn="l" rtl="0">
              <a:spcBef>
                <a:spcPts val="0"/>
              </a:spcBef>
              <a:spcAft>
                <a:spcPts val="0"/>
              </a:spcAft>
              <a:buSzPts val="1200"/>
              <a:buNone/>
            </a:pPr>
            <a:r>
              <a:rPr lang="en-US" sz="1200"/>
              <a:t>- Roadmap is a proposed execution plan, not completed work.</a:t>
            </a:r>
            <a:endParaRPr/>
          </a:p>
        </p:txBody>
      </p:sp>
      <p:sp>
        <p:nvSpPr>
          <p:cNvPr id="267" name="Google Shape;267;p1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p1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74" name="Google Shape;274;p1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200"/>
              <a:buNone/>
            </a:pPr>
            <a:r>
              <a:rPr lang="en-US" sz="1200"/>
              <a:t>Do not overstate team composition. At submission, identify confirmed members and roles; keep unfilled roles marked “planned.” Add founder LinkedIn and concise credential evidence when available.</a:t>
            </a:r>
            <a:endParaRPr/>
          </a:p>
          <a:p>
            <a:pPr marL="0" lvl="0" indent="0" algn="l" rtl="0">
              <a:spcBef>
                <a:spcPts val="0"/>
              </a:spcBef>
              <a:spcAft>
                <a:spcPts val="0"/>
              </a:spcAft>
              <a:buSzPts val="1200"/>
              <a:buNone/>
            </a:pPr>
            <a:endParaRPr/>
          </a:p>
          <a:p>
            <a:pPr marL="0" lvl="0" indent="0" algn="l" rtl="0">
              <a:spcBef>
                <a:spcPts val="0"/>
              </a:spcBef>
              <a:spcAft>
                <a:spcPts val="0"/>
              </a:spcAft>
              <a:buSzPts val="1200"/>
              <a:buNone/>
            </a:pPr>
            <a:r>
              <a:rPr lang="en-US" sz="1200"/>
              <a:t>[Sources]</a:t>
            </a:r>
            <a:endParaRPr/>
          </a:p>
          <a:p>
            <a:pPr marL="0" lvl="0" indent="0" algn="l" rtl="0">
              <a:spcBef>
                <a:spcPts val="0"/>
              </a:spcBef>
              <a:spcAft>
                <a:spcPts val="0"/>
              </a:spcAft>
              <a:buSzPts val="1200"/>
              <a:buNone/>
            </a:pPr>
            <a:r>
              <a:rPr lang="en-US" sz="1200"/>
              <a:t>- Founder experience supplied by the user in prior working context.</a:t>
            </a:r>
            <a:endParaRPr/>
          </a:p>
        </p:txBody>
      </p:sp>
      <p:sp>
        <p:nvSpPr>
          <p:cNvPr id="275" name="Google Shape;275;p1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a:extLst>
            <a:ext uri="{FF2B5EF4-FFF2-40B4-BE49-F238E27FC236}">
              <a16:creationId xmlns:a16="http://schemas.microsoft.com/office/drawing/2014/main" id="{953AC335-99C8-72FD-553A-37C1FD7A3993}"/>
            </a:ext>
          </a:extLst>
        </p:cNvPr>
        <p:cNvGrpSpPr/>
        <p:nvPr/>
      </p:nvGrpSpPr>
      <p:grpSpPr>
        <a:xfrm>
          <a:off x="0" y="0"/>
          <a:ext cx="0" cy="0"/>
          <a:chOff x="0" y="0"/>
          <a:chExt cx="0" cy="0"/>
        </a:xfrm>
      </p:grpSpPr>
      <p:sp>
        <p:nvSpPr>
          <p:cNvPr id="281" name="Google Shape;281;p12:notes">
            <a:extLst>
              <a:ext uri="{FF2B5EF4-FFF2-40B4-BE49-F238E27FC236}">
                <a16:creationId xmlns:a16="http://schemas.microsoft.com/office/drawing/2014/main" id="{1BA77720-3086-017A-64D2-7473B6410C07}"/>
              </a:ext>
            </a:extLst>
          </p:cNvPr>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82" name="Google Shape;282;p12:notes">
            <a:extLst>
              <a:ext uri="{FF2B5EF4-FFF2-40B4-BE49-F238E27FC236}">
                <a16:creationId xmlns:a16="http://schemas.microsoft.com/office/drawing/2014/main" id="{3771A475-57D7-61F9-3866-5F97D8A9DF82}"/>
              </a:ext>
            </a:extLst>
          </p:cNvPr>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200"/>
              <a:buNone/>
            </a:pPr>
            <a:r>
              <a:rPr lang="en-US" sz="1200"/>
              <a:t>The strongest ask is design-partner access. The programme should help validate customer urgency, data availability, adoption barriers and buying authority before extensive engineering.</a:t>
            </a:r>
            <a:endParaRPr/>
          </a:p>
          <a:p>
            <a:pPr marL="0" lvl="0" indent="0" algn="l" rtl="0">
              <a:spcBef>
                <a:spcPts val="0"/>
              </a:spcBef>
              <a:spcAft>
                <a:spcPts val="0"/>
              </a:spcAft>
              <a:buSzPts val="1200"/>
              <a:buNone/>
            </a:pPr>
            <a:endParaRPr/>
          </a:p>
          <a:p>
            <a:pPr marL="0" lvl="0" indent="0" algn="l" rtl="0">
              <a:spcBef>
                <a:spcPts val="0"/>
              </a:spcBef>
              <a:spcAft>
                <a:spcPts val="0"/>
              </a:spcAft>
              <a:buSzPts val="1200"/>
              <a:buNone/>
            </a:pPr>
            <a:r>
              <a:rPr lang="en-US" sz="1200"/>
              <a:t>[Sources]</a:t>
            </a:r>
            <a:endParaRPr/>
          </a:p>
          <a:p>
            <a:pPr marL="0" lvl="0" indent="0" algn="l" rtl="0">
              <a:spcBef>
                <a:spcPts val="0"/>
              </a:spcBef>
              <a:spcAft>
                <a:spcPts val="0"/>
              </a:spcAft>
              <a:buSzPts val="1200"/>
              <a:buNone/>
            </a:pPr>
            <a:r>
              <a:rPr lang="en-US" sz="1200"/>
              <a:t>- Outcomes are proposed incubation goals, not achieved traction.</a:t>
            </a:r>
            <a:endParaRPr/>
          </a:p>
        </p:txBody>
      </p:sp>
      <p:sp>
        <p:nvSpPr>
          <p:cNvPr id="283" name="Google Shape;283;p12:notes">
            <a:extLst>
              <a:ext uri="{FF2B5EF4-FFF2-40B4-BE49-F238E27FC236}">
                <a16:creationId xmlns:a16="http://schemas.microsoft.com/office/drawing/2014/main" id="{CA9A1D8A-CCD8-639A-524B-D17AFCC266FD}"/>
              </a:ext>
            </a:extLst>
          </p:cNvPr>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653172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1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90" name="Google Shape;290;p1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200"/>
              <a:buNone/>
            </a:pPr>
            <a:r>
              <a:rPr lang="en-US" sz="1200"/>
              <a:t>Final pre-submission checklist: replace every bracketed placeholder; confirm permission for any customer artefact; remove confidential data; test all links; keep a backup demo video; show product metrics as targets unless independently measured.</a:t>
            </a:r>
            <a:endParaRPr/>
          </a:p>
          <a:p>
            <a:pPr marL="0" lvl="0" indent="0" algn="l" rtl="0">
              <a:spcBef>
                <a:spcPts val="0"/>
              </a:spcBef>
              <a:spcAft>
                <a:spcPts val="0"/>
              </a:spcAft>
              <a:buSzPts val="1200"/>
              <a:buNone/>
            </a:pPr>
            <a:endParaRPr/>
          </a:p>
          <a:p>
            <a:pPr marL="0" lvl="0" indent="0" algn="l" rtl="0">
              <a:spcBef>
                <a:spcPts val="0"/>
              </a:spcBef>
              <a:spcAft>
                <a:spcPts val="0"/>
              </a:spcAft>
              <a:buSzPts val="1200"/>
              <a:buNone/>
            </a:pPr>
            <a:r>
              <a:rPr lang="en-US" sz="1200"/>
              <a:t>[Sources]</a:t>
            </a:r>
            <a:endParaRPr/>
          </a:p>
          <a:p>
            <a:pPr marL="0" lvl="0" indent="0" algn="l" rtl="0">
              <a:spcBef>
                <a:spcPts val="0"/>
              </a:spcBef>
              <a:spcAft>
                <a:spcPts val="0"/>
              </a:spcAft>
              <a:buSzPts val="1200"/>
              <a:buNone/>
            </a:pPr>
            <a:r>
              <a:rPr lang="en-US" sz="1200"/>
              <a:t>- No external claims. Supporting links intentionally left as placeholders because the user has not supplied them.</a:t>
            </a:r>
            <a:endParaRPr/>
          </a:p>
        </p:txBody>
      </p:sp>
      <p:sp>
        <p:nvSpPr>
          <p:cNvPr id="291" name="Google Shape;291;p1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p1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98" name="Google Shape;298;p1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200"/>
              <a:buNone/>
            </a:pPr>
            <a:r>
              <a:rPr lang="en-US" sz="1200"/>
              <a:t>Thank reviewers and invite questions.</a:t>
            </a:r>
            <a:endParaRPr/>
          </a:p>
          <a:p>
            <a:pPr marL="0" lvl="0" indent="0" algn="l" rtl="0">
              <a:spcBef>
                <a:spcPts val="0"/>
              </a:spcBef>
              <a:spcAft>
                <a:spcPts val="0"/>
              </a:spcAft>
              <a:buSzPts val="1200"/>
              <a:buNone/>
            </a:pPr>
            <a:endParaRPr/>
          </a:p>
          <a:p>
            <a:pPr marL="0" lvl="0" indent="0" algn="l" rtl="0">
              <a:spcBef>
                <a:spcPts val="0"/>
              </a:spcBef>
              <a:spcAft>
                <a:spcPts val="0"/>
              </a:spcAft>
              <a:buSzPts val="1200"/>
              <a:buNone/>
            </a:pPr>
            <a:r>
              <a:rPr lang="en-US" sz="1200"/>
              <a:t>[Sources]</a:t>
            </a:r>
            <a:endParaRPr/>
          </a:p>
          <a:p>
            <a:pPr marL="0" lvl="0" indent="0" algn="l" rtl="0">
              <a:spcBef>
                <a:spcPts val="0"/>
              </a:spcBef>
              <a:spcAft>
                <a:spcPts val="0"/>
              </a:spcAft>
              <a:buSzPts val="1200"/>
              <a:buNone/>
            </a:pPr>
            <a:r>
              <a:rPr lang="en-US" sz="1200"/>
              <a:t>- User-provided Builders Pitch Fest 2026 template.</a:t>
            </a:r>
            <a:endParaRPr/>
          </a:p>
        </p:txBody>
      </p:sp>
      <p:sp>
        <p:nvSpPr>
          <p:cNvPr id="299" name="Google Shape;299;p1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3"/>
        <p:cNvGrpSpPr/>
        <p:nvPr/>
      </p:nvGrpSpPr>
      <p:grpSpPr>
        <a:xfrm>
          <a:off x="0" y="0"/>
          <a:ext cx="0" cy="0"/>
          <a:chOff x="0" y="0"/>
          <a:chExt cx="0" cy="0"/>
        </a:xfrm>
      </p:grpSpPr>
      <p:sp>
        <p:nvSpPr>
          <p:cNvPr id="154" name="Google Shape;154;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spcBef>
                <a:spcPts val="0"/>
              </a:spcBef>
              <a:spcAft>
                <a:spcPts val="0"/>
              </a:spcAft>
              <a:buClr>
                <a:schemeClr val="dk2"/>
              </a:buClr>
              <a:buSzPts val="1000"/>
              <a:buNone/>
              <a:defRPr/>
            </a:lvl1pPr>
            <a:lvl2pPr marL="0" marR="0" lvl="1" indent="0" algn="r" rtl="0">
              <a:spcBef>
                <a:spcPts val="0"/>
              </a:spcBef>
              <a:spcAft>
                <a:spcPts val="0"/>
              </a:spcAft>
              <a:buClr>
                <a:schemeClr val="dk2"/>
              </a:buClr>
              <a:buSzPts val="1000"/>
              <a:buNone/>
              <a:defRPr/>
            </a:lvl2pPr>
            <a:lvl3pPr marL="0" marR="0" lvl="2" indent="0" algn="r" rtl="0">
              <a:spcBef>
                <a:spcPts val="0"/>
              </a:spcBef>
              <a:spcAft>
                <a:spcPts val="0"/>
              </a:spcAft>
              <a:buClr>
                <a:schemeClr val="dk2"/>
              </a:buClr>
              <a:buSzPts val="1000"/>
              <a:buNone/>
              <a:defRPr/>
            </a:lvl3pPr>
            <a:lvl4pPr marL="0" marR="0" lvl="3" indent="0" algn="r" rtl="0">
              <a:spcBef>
                <a:spcPts val="0"/>
              </a:spcBef>
              <a:spcAft>
                <a:spcPts val="0"/>
              </a:spcAft>
              <a:buClr>
                <a:schemeClr val="dk2"/>
              </a:buClr>
              <a:buSzPts val="1000"/>
              <a:buNone/>
              <a:defRPr/>
            </a:lvl4pPr>
            <a:lvl5pPr marL="0" marR="0" lvl="4" indent="0" algn="r" rtl="0">
              <a:spcBef>
                <a:spcPts val="0"/>
              </a:spcBef>
              <a:spcAft>
                <a:spcPts val="0"/>
              </a:spcAft>
              <a:buClr>
                <a:schemeClr val="dk2"/>
              </a:buClr>
              <a:buSzPts val="1000"/>
              <a:buNone/>
              <a:defRPr/>
            </a:lvl5pPr>
            <a:lvl6pPr marL="0" marR="0" lvl="5" indent="0" algn="r" rtl="0">
              <a:spcBef>
                <a:spcPts val="0"/>
              </a:spcBef>
              <a:spcAft>
                <a:spcPts val="0"/>
              </a:spcAft>
              <a:buClr>
                <a:schemeClr val="dk2"/>
              </a:buClr>
              <a:buSzPts val="1000"/>
              <a:buNone/>
              <a:defRPr/>
            </a:lvl6pPr>
            <a:lvl7pPr marL="0" marR="0" lvl="6" indent="0" algn="r" rtl="0">
              <a:spcBef>
                <a:spcPts val="0"/>
              </a:spcBef>
              <a:spcAft>
                <a:spcPts val="0"/>
              </a:spcAft>
              <a:buClr>
                <a:schemeClr val="dk2"/>
              </a:buClr>
              <a:buSzPts val="1000"/>
              <a:buNone/>
              <a:defRPr/>
            </a:lvl7pPr>
            <a:lvl8pPr marL="0" marR="0" lvl="7" indent="0" algn="r" rtl="0">
              <a:spcBef>
                <a:spcPts val="0"/>
              </a:spcBef>
              <a:spcAft>
                <a:spcPts val="0"/>
              </a:spcAft>
              <a:buClr>
                <a:schemeClr val="dk2"/>
              </a:buClr>
              <a:buSzPts val="1000"/>
              <a:buNone/>
              <a:defRPr/>
            </a:lvl8pPr>
            <a:lvl9pPr marL="0" marR="0" lvl="8" indent="0" algn="r" rtl="0">
              <a:spcBef>
                <a:spcPts val="0"/>
              </a:spcBef>
              <a:spcAft>
                <a:spcPts val="0"/>
              </a:spcAft>
              <a:buClr>
                <a:schemeClr val="dk2"/>
              </a:buClr>
              <a:buSzPts val="1000"/>
              <a:buNone/>
              <a:defRPr/>
            </a:lvl9pPr>
          </a:lstStyle>
          <a:p>
            <a:pPr marL="0" lvl="0" indent="0" algn="r" rtl="0">
              <a:spcBef>
                <a:spcPts val="0"/>
              </a:spcBef>
              <a:spcAft>
                <a:spcPts val="0"/>
              </a:spcAft>
              <a:buNone/>
            </a:pPr>
            <a:fld id="{00000000-1234-1234-1234-123412341234}" type="slidenum">
              <a:rPr lang="en-US"/>
              <a:t>‹#›</a:t>
            </a:fld>
            <a:endParaRPr sz="1000">
              <a:solidFill>
                <a:schemeClr val="dk2"/>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5"/>
        <p:cNvGrpSpPr/>
        <p:nvPr/>
      </p:nvGrpSpPr>
      <p:grpSpPr>
        <a:xfrm>
          <a:off x="0" y="0"/>
          <a:ext cx="0" cy="0"/>
          <a:chOff x="0" y="0"/>
          <a:chExt cx="0" cy="0"/>
        </a:xfrm>
      </p:grpSpPr>
      <p:sp>
        <p:nvSpPr>
          <p:cNvPr id="156" name="Google Shape;156;p3"/>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rtl="0">
              <a:lnSpc>
                <a:spcPct val="100000"/>
              </a:lnSpc>
              <a:spcBef>
                <a:spcPts val="0"/>
              </a:spcBef>
              <a:spcAft>
                <a:spcPts val="0"/>
              </a:spcAft>
              <a:buSzPts val="5200"/>
              <a:buNone/>
              <a:defRPr sz="5200"/>
            </a:lvl1pPr>
            <a:lvl2pPr lvl="1" algn="ctr" rtl="0">
              <a:lnSpc>
                <a:spcPct val="100000"/>
              </a:lnSpc>
              <a:spcBef>
                <a:spcPts val="0"/>
              </a:spcBef>
              <a:spcAft>
                <a:spcPts val="0"/>
              </a:spcAft>
              <a:buSzPts val="5200"/>
              <a:buNone/>
              <a:defRPr sz="5200"/>
            </a:lvl2pPr>
            <a:lvl3pPr lvl="2" algn="ctr" rtl="0">
              <a:lnSpc>
                <a:spcPct val="100000"/>
              </a:lnSpc>
              <a:spcBef>
                <a:spcPts val="0"/>
              </a:spcBef>
              <a:spcAft>
                <a:spcPts val="0"/>
              </a:spcAft>
              <a:buSzPts val="5200"/>
              <a:buNone/>
              <a:defRPr sz="5200"/>
            </a:lvl3pPr>
            <a:lvl4pPr lvl="3" algn="ctr" rtl="0">
              <a:lnSpc>
                <a:spcPct val="100000"/>
              </a:lnSpc>
              <a:spcBef>
                <a:spcPts val="0"/>
              </a:spcBef>
              <a:spcAft>
                <a:spcPts val="0"/>
              </a:spcAft>
              <a:buSzPts val="5200"/>
              <a:buNone/>
              <a:defRPr sz="5200"/>
            </a:lvl4pPr>
            <a:lvl5pPr lvl="4" algn="ctr" rtl="0">
              <a:lnSpc>
                <a:spcPct val="100000"/>
              </a:lnSpc>
              <a:spcBef>
                <a:spcPts val="0"/>
              </a:spcBef>
              <a:spcAft>
                <a:spcPts val="0"/>
              </a:spcAft>
              <a:buSzPts val="5200"/>
              <a:buNone/>
              <a:defRPr sz="5200"/>
            </a:lvl5pPr>
            <a:lvl6pPr lvl="5" algn="ctr" rtl="0">
              <a:lnSpc>
                <a:spcPct val="100000"/>
              </a:lnSpc>
              <a:spcBef>
                <a:spcPts val="0"/>
              </a:spcBef>
              <a:spcAft>
                <a:spcPts val="0"/>
              </a:spcAft>
              <a:buSzPts val="5200"/>
              <a:buNone/>
              <a:defRPr sz="5200"/>
            </a:lvl6pPr>
            <a:lvl7pPr lvl="6" algn="ctr" rtl="0">
              <a:lnSpc>
                <a:spcPct val="100000"/>
              </a:lnSpc>
              <a:spcBef>
                <a:spcPts val="0"/>
              </a:spcBef>
              <a:spcAft>
                <a:spcPts val="0"/>
              </a:spcAft>
              <a:buSzPts val="5200"/>
              <a:buNone/>
              <a:defRPr sz="5200"/>
            </a:lvl7pPr>
            <a:lvl8pPr lvl="7" algn="ctr" rtl="0">
              <a:lnSpc>
                <a:spcPct val="100000"/>
              </a:lnSpc>
              <a:spcBef>
                <a:spcPts val="0"/>
              </a:spcBef>
              <a:spcAft>
                <a:spcPts val="0"/>
              </a:spcAft>
              <a:buSzPts val="5200"/>
              <a:buNone/>
              <a:defRPr sz="5200"/>
            </a:lvl8pPr>
            <a:lvl9pPr lvl="8" algn="ctr" rtl="0">
              <a:lnSpc>
                <a:spcPct val="100000"/>
              </a:lnSpc>
              <a:spcBef>
                <a:spcPts val="0"/>
              </a:spcBef>
              <a:spcAft>
                <a:spcPts val="0"/>
              </a:spcAft>
              <a:buSzPts val="5200"/>
              <a:buNone/>
              <a:defRPr sz="5200"/>
            </a:lvl9pPr>
          </a:lstStyle>
          <a:p>
            <a:endParaRPr/>
          </a:p>
        </p:txBody>
      </p:sp>
      <p:sp>
        <p:nvSpPr>
          <p:cNvPr id="157" name="Google Shape;157;p3"/>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rtl="0">
              <a:lnSpc>
                <a:spcPct val="100000"/>
              </a:lnSpc>
              <a:spcBef>
                <a:spcPts val="0"/>
              </a:spcBef>
              <a:spcAft>
                <a:spcPts val="0"/>
              </a:spcAft>
              <a:buSzPts val="2800"/>
              <a:buNone/>
              <a:defRPr sz="28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58" name="Google Shape;158;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spcBef>
                <a:spcPts val="0"/>
              </a:spcBef>
              <a:spcAft>
                <a:spcPts val="0"/>
              </a:spcAft>
              <a:buClr>
                <a:schemeClr val="dk2"/>
              </a:buClr>
              <a:buSzPts val="1000"/>
              <a:buNone/>
              <a:defRPr/>
            </a:lvl1pPr>
            <a:lvl2pPr marL="0" marR="0" lvl="1" indent="0" algn="r" rtl="0">
              <a:spcBef>
                <a:spcPts val="0"/>
              </a:spcBef>
              <a:spcAft>
                <a:spcPts val="0"/>
              </a:spcAft>
              <a:buClr>
                <a:schemeClr val="dk2"/>
              </a:buClr>
              <a:buSzPts val="1000"/>
              <a:buNone/>
              <a:defRPr/>
            </a:lvl2pPr>
            <a:lvl3pPr marL="0" marR="0" lvl="2" indent="0" algn="r" rtl="0">
              <a:spcBef>
                <a:spcPts val="0"/>
              </a:spcBef>
              <a:spcAft>
                <a:spcPts val="0"/>
              </a:spcAft>
              <a:buClr>
                <a:schemeClr val="dk2"/>
              </a:buClr>
              <a:buSzPts val="1000"/>
              <a:buNone/>
              <a:defRPr/>
            </a:lvl3pPr>
            <a:lvl4pPr marL="0" marR="0" lvl="3" indent="0" algn="r" rtl="0">
              <a:spcBef>
                <a:spcPts val="0"/>
              </a:spcBef>
              <a:spcAft>
                <a:spcPts val="0"/>
              </a:spcAft>
              <a:buClr>
                <a:schemeClr val="dk2"/>
              </a:buClr>
              <a:buSzPts val="1000"/>
              <a:buNone/>
              <a:defRPr/>
            </a:lvl4pPr>
            <a:lvl5pPr marL="0" marR="0" lvl="4" indent="0" algn="r" rtl="0">
              <a:spcBef>
                <a:spcPts val="0"/>
              </a:spcBef>
              <a:spcAft>
                <a:spcPts val="0"/>
              </a:spcAft>
              <a:buClr>
                <a:schemeClr val="dk2"/>
              </a:buClr>
              <a:buSzPts val="1000"/>
              <a:buNone/>
              <a:defRPr/>
            </a:lvl5pPr>
            <a:lvl6pPr marL="0" marR="0" lvl="5" indent="0" algn="r" rtl="0">
              <a:spcBef>
                <a:spcPts val="0"/>
              </a:spcBef>
              <a:spcAft>
                <a:spcPts val="0"/>
              </a:spcAft>
              <a:buClr>
                <a:schemeClr val="dk2"/>
              </a:buClr>
              <a:buSzPts val="1000"/>
              <a:buNone/>
              <a:defRPr/>
            </a:lvl6pPr>
            <a:lvl7pPr marL="0" marR="0" lvl="6" indent="0" algn="r" rtl="0">
              <a:spcBef>
                <a:spcPts val="0"/>
              </a:spcBef>
              <a:spcAft>
                <a:spcPts val="0"/>
              </a:spcAft>
              <a:buClr>
                <a:schemeClr val="dk2"/>
              </a:buClr>
              <a:buSzPts val="1000"/>
              <a:buNone/>
              <a:defRPr/>
            </a:lvl7pPr>
            <a:lvl8pPr marL="0" marR="0" lvl="7" indent="0" algn="r" rtl="0">
              <a:spcBef>
                <a:spcPts val="0"/>
              </a:spcBef>
              <a:spcAft>
                <a:spcPts val="0"/>
              </a:spcAft>
              <a:buClr>
                <a:schemeClr val="dk2"/>
              </a:buClr>
              <a:buSzPts val="1000"/>
              <a:buNone/>
              <a:defRPr/>
            </a:lvl8pPr>
            <a:lvl9pPr marL="0" marR="0" lvl="8" indent="0" algn="r" rtl="0">
              <a:spcBef>
                <a:spcPts val="0"/>
              </a:spcBef>
              <a:spcAft>
                <a:spcPts val="0"/>
              </a:spcAft>
              <a:buClr>
                <a:schemeClr val="dk2"/>
              </a:buClr>
              <a:buSzPts val="1000"/>
              <a:buNone/>
              <a:defRPr/>
            </a:lvl9pPr>
          </a:lstStyle>
          <a:p>
            <a:pPr marL="0" lvl="0" indent="0" algn="r" rtl="0">
              <a:spcBef>
                <a:spcPts val="0"/>
              </a:spcBef>
              <a:spcAft>
                <a:spcPts val="0"/>
              </a:spcAft>
              <a:buNone/>
            </a:pPr>
            <a:fld id="{00000000-1234-1234-1234-123412341234}" type="slidenum">
              <a:rPr lang="en-US"/>
              <a:t>‹#›</a:t>
            </a:fld>
            <a:endParaRPr sz="1000">
              <a:solidFill>
                <a:schemeClr val="dk2"/>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9"/>
        <p:cNvGrpSpPr/>
        <p:nvPr/>
      </p:nvGrpSpPr>
      <p:grpSpPr>
        <a:xfrm>
          <a:off x="0" y="0"/>
          <a:ext cx="0" cy="0"/>
          <a:chOff x="0" y="0"/>
          <a:chExt cx="0" cy="0"/>
        </a:xfrm>
      </p:grpSpPr>
      <p:sp>
        <p:nvSpPr>
          <p:cNvPr id="160" name="Google Shape;160;p4"/>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rtl="0">
              <a:lnSpc>
                <a:spcPct val="100000"/>
              </a:lnSpc>
              <a:spcBef>
                <a:spcPts val="0"/>
              </a:spcBef>
              <a:spcAft>
                <a:spcPts val="0"/>
              </a:spcAft>
              <a:buSzPts val="3600"/>
              <a:buNone/>
              <a:defRPr sz="3600"/>
            </a:lvl1pPr>
            <a:lvl2pPr lvl="1" algn="ctr" rtl="0">
              <a:lnSpc>
                <a:spcPct val="100000"/>
              </a:lnSpc>
              <a:spcBef>
                <a:spcPts val="0"/>
              </a:spcBef>
              <a:spcAft>
                <a:spcPts val="0"/>
              </a:spcAft>
              <a:buSzPts val="3600"/>
              <a:buNone/>
              <a:defRPr sz="3600"/>
            </a:lvl2pPr>
            <a:lvl3pPr lvl="2" algn="ctr" rtl="0">
              <a:lnSpc>
                <a:spcPct val="100000"/>
              </a:lnSpc>
              <a:spcBef>
                <a:spcPts val="0"/>
              </a:spcBef>
              <a:spcAft>
                <a:spcPts val="0"/>
              </a:spcAft>
              <a:buSzPts val="3600"/>
              <a:buNone/>
              <a:defRPr sz="3600"/>
            </a:lvl3pPr>
            <a:lvl4pPr lvl="3" algn="ctr" rtl="0">
              <a:lnSpc>
                <a:spcPct val="100000"/>
              </a:lnSpc>
              <a:spcBef>
                <a:spcPts val="0"/>
              </a:spcBef>
              <a:spcAft>
                <a:spcPts val="0"/>
              </a:spcAft>
              <a:buSzPts val="3600"/>
              <a:buNone/>
              <a:defRPr sz="3600"/>
            </a:lvl4pPr>
            <a:lvl5pPr lvl="4" algn="ctr" rtl="0">
              <a:lnSpc>
                <a:spcPct val="100000"/>
              </a:lnSpc>
              <a:spcBef>
                <a:spcPts val="0"/>
              </a:spcBef>
              <a:spcAft>
                <a:spcPts val="0"/>
              </a:spcAft>
              <a:buSzPts val="3600"/>
              <a:buNone/>
              <a:defRPr sz="3600"/>
            </a:lvl5pPr>
            <a:lvl6pPr lvl="5" algn="ctr" rtl="0">
              <a:lnSpc>
                <a:spcPct val="100000"/>
              </a:lnSpc>
              <a:spcBef>
                <a:spcPts val="0"/>
              </a:spcBef>
              <a:spcAft>
                <a:spcPts val="0"/>
              </a:spcAft>
              <a:buSzPts val="3600"/>
              <a:buNone/>
              <a:defRPr sz="3600"/>
            </a:lvl6pPr>
            <a:lvl7pPr lvl="6" algn="ctr" rtl="0">
              <a:lnSpc>
                <a:spcPct val="100000"/>
              </a:lnSpc>
              <a:spcBef>
                <a:spcPts val="0"/>
              </a:spcBef>
              <a:spcAft>
                <a:spcPts val="0"/>
              </a:spcAft>
              <a:buSzPts val="3600"/>
              <a:buNone/>
              <a:defRPr sz="3600"/>
            </a:lvl7pPr>
            <a:lvl8pPr lvl="7" algn="ctr" rtl="0">
              <a:lnSpc>
                <a:spcPct val="100000"/>
              </a:lnSpc>
              <a:spcBef>
                <a:spcPts val="0"/>
              </a:spcBef>
              <a:spcAft>
                <a:spcPts val="0"/>
              </a:spcAft>
              <a:buSzPts val="3600"/>
              <a:buNone/>
              <a:defRPr sz="3600"/>
            </a:lvl8pPr>
            <a:lvl9pPr lvl="8" algn="ctr" rtl="0">
              <a:lnSpc>
                <a:spcPct val="100000"/>
              </a:lnSpc>
              <a:spcBef>
                <a:spcPts val="0"/>
              </a:spcBef>
              <a:spcAft>
                <a:spcPts val="0"/>
              </a:spcAft>
              <a:buSzPts val="3600"/>
              <a:buNone/>
              <a:defRPr sz="3600"/>
            </a:lvl9pPr>
          </a:lstStyle>
          <a:p>
            <a:endParaRPr/>
          </a:p>
        </p:txBody>
      </p:sp>
      <p:sp>
        <p:nvSpPr>
          <p:cNvPr id="161" name="Google Shape;161;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spcBef>
                <a:spcPts val="0"/>
              </a:spcBef>
              <a:spcAft>
                <a:spcPts val="0"/>
              </a:spcAft>
              <a:buClr>
                <a:schemeClr val="dk2"/>
              </a:buClr>
              <a:buSzPts val="1000"/>
              <a:buNone/>
              <a:defRPr/>
            </a:lvl1pPr>
            <a:lvl2pPr marL="0" marR="0" lvl="1" indent="0" algn="r" rtl="0">
              <a:spcBef>
                <a:spcPts val="0"/>
              </a:spcBef>
              <a:spcAft>
                <a:spcPts val="0"/>
              </a:spcAft>
              <a:buClr>
                <a:schemeClr val="dk2"/>
              </a:buClr>
              <a:buSzPts val="1000"/>
              <a:buNone/>
              <a:defRPr/>
            </a:lvl2pPr>
            <a:lvl3pPr marL="0" marR="0" lvl="2" indent="0" algn="r" rtl="0">
              <a:spcBef>
                <a:spcPts val="0"/>
              </a:spcBef>
              <a:spcAft>
                <a:spcPts val="0"/>
              </a:spcAft>
              <a:buClr>
                <a:schemeClr val="dk2"/>
              </a:buClr>
              <a:buSzPts val="1000"/>
              <a:buNone/>
              <a:defRPr/>
            </a:lvl3pPr>
            <a:lvl4pPr marL="0" marR="0" lvl="3" indent="0" algn="r" rtl="0">
              <a:spcBef>
                <a:spcPts val="0"/>
              </a:spcBef>
              <a:spcAft>
                <a:spcPts val="0"/>
              </a:spcAft>
              <a:buClr>
                <a:schemeClr val="dk2"/>
              </a:buClr>
              <a:buSzPts val="1000"/>
              <a:buNone/>
              <a:defRPr/>
            </a:lvl4pPr>
            <a:lvl5pPr marL="0" marR="0" lvl="4" indent="0" algn="r" rtl="0">
              <a:spcBef>
                <a:spcPts val="0"/>
              </a:spcBef>
              <a:spcAft>
                <a:spcPts val="0"/>
              </a:spcAft>
              <a:buClr>
                <a:schemeClr val="dk2"/>
              </a:buClr>
              <a:buSzPts val="1000"/>
              <a:buNone/>
              <a:defRPr/>
            </a:lvl5pPr>
            <a:lvl6pPr marL="0" marR="0" lvl="5" indent="0" algn="r" rtl="0">
              <a:spcBef>
                <a:spcPts val="0"/>
              </a:spcBef>
              <a:spcAft>
                <a:spcPts val="0"/>
              </a:spcAft>
              <a:buClr>
                <a:schemeClr val="dk2"/>
              </a:buClr>
              <a:buSzPts val="1000"/>
              <a:buNone/>
              <a:defRPr/>
            </a:lvl6pPr>
            <a:lvl7pPr marL="0" marR="0" lvl="6" indent="0" algn="r" rtl="0">
              <a:spcBef>
                <a:spcPts val="0"/>
              </a:spcBef>
              <a:spcAft>
                <a:spcPts val="0"/>
              </a:spcAft>
              <a:buClr>
                <a:schemeClr val="dk2"/>
              </a:buClr>
              <a:buSzPts val="1000"/>
              <a:buNone/>
              <a:defRPr/>
            </a:lvl7pPr>
            <a:lvl8pPr marL="0" marR="0" lvl="7" indent="0" algn="r" rtl="0">
              <a:spcBef>
                <a:spcPts val="0"/>
              </a:spcBef>
              <a:spcAft>
                <a:spcPts val="0"/>
              </a:spcAft>
              <a:buClr>
                <a:schemeClr val="dk2"/>
              </a:buClr>
              <a:buSzPts val="1000"/>
              <a:buNone/>
              <a:defRPr/>
            </a:lvl8pPr>
            <a:lvl9pPr marL="0" marR="0" lvl="8" indent="0" algn="r" rtl="0">
              <a:spcBef>
                <a:spcPts val="0"/>
              </a:spcBef>
              <a:spcAft>
                <a:spcPts val="0"/>
              </a:spcAft>
              <a:buClr>
                <a:schemeClr val="dk2"/>
              </a:buClr>
              <a:buSzPts val="1000"/>
              <a:buNone/>
              <a:defRPr/>
            </a:lvl9pPr>
          </a:lstStyle>
          <a:p>
            <a:pPr marL="0" lvl="0" indent="0" algn="r" rtl="0">
              <a:spcBef>
                <a:spcPts val="0"/>
              </a:spcBef>
              <a:spcAft>
                <a:spcPts val="0"/>
              </a:spcAft>
              <a:buNone/>
            </a:pPr>
            <a:fld id="{00000000-1234-1234-1234-123412341234}" type="slidenum">
              <a:rPr lang="en-US"/>
              <a:t>‹#›</a:t>
            </a:fld>
            <a:endParaRPr sz="1000">
              <a:solidFill>
                <a:schemeClr val="dk2"/>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2"/>
        <p:cNvGrpSpPr/>
        <p:nvPr/>
      </p:nvGrpSpPr>
      <p:grpSpPr>
        <a:xfrm>
          <a:off x="0" y="0"/>
          <a:ext cx="0" cy="0"/>
          <a:chOff x="0" y="0"/>
          <a:chExt cx="0" cy="0"/>
        </a:xfrm>
      </p:grpSpPr>
      <p:sp>
        <p:nvSpPr>
          <p:cNvPr id="163" name="Google Shape;163;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rtl="0">
              <a:lnSpc>
                <a:spcPct val="100000"/>
              </a:lnSpc>
              <a:spcBef>
                <a:spcPts val="0"/>
              </a:spcBef>
              <a:spcAft>
                <a:spcPts val="0"/>
              </a:spcAft>
              <a:buSzPts val="2800"/>
              <a:buNone/>
              <a:defRPr/>
            </a:lvl1pPr>
            <a:lvl2pPr lvl="1" algn="l" rtl="0">
              <a:lnSpc>
                <a:spcPct val="100000"/>
              </a:lnSpc>
              <a:spcBef>
                <a:spcPts val="0"/>
              </a:spcBef>
              <a:spcAft>
                <a:spcPts val="0"/>
              </a:spcAft>
              <a:buSzPts val="2800"/>
              <a:buNone/>
              <a:defRPr/>
            </a:lvl2pPr>
            <a:lvl3pPr lvl="2" algn="l" rtl="0">
              <a:lnSpc>
                <a:spcPct val="100000"/>
              </a:lnSpc>
              <a:spcBef>
                <a:spcPts val="0"/>
              </a:spcBef>
              <a:spcAft>
                <a:spcPts val="0"/>
              </a:spcAft>
              <a:buSzPts val="2800"/>
              <a:buNone/>
              <a:defRPr/>
            </a:lvl3pPr>
            <a:lvl4pPr lvl="3" algn="l" rtl="0">
              <a:lnSpc>
                <a:spcPct val="100000"/>
              </a:lnSpc>
              <a:spcBef>
                <a:spcPts val="0"/>
              </a:spcBef>
              <a:spcAft>
                <a:spcPts val="0"/>
              </a:spcAft>
              <a:buSzPts val="2800"/>
              <a:buNone/>
              <a:defRPr/>
            </a:lvl4pPr>
            <a:lvl5pPr lvl="4" algn="l" rtl="0">
              <a:lnSpc>
                <a:spcPct val="100000"/>
              </a:lnSpc>
              <a:spcBef>
                <a:spcPts val="0"/>
              </a:spcBef>
              <a:spcAft>
                <a:spcPts val="0"/>
              </a:spcAft>
              <a:buSzPts val="2800"/>
              <a:buNone/>
              <a:defRPr/>
            </a:lvl5pPr>
            <a:lvl6pPr lvl="5" algn="l" rtl="0">
              <a:lnSpc>
                <a:spcPct val="100000"/>
              </a:lnSpc>
              <a:spcBef>
                <a:spcPts val="0"/>
              </a:spcBef>
              <a:spcAft>
                <a:spcPts val="0"/>
              </a:spcAft>
              <a:buSzPts val="2800"/>
              <a:buNone/>
              <a:defRPr/>
            </a:lvl6pPr>
            <a:lvl7pPr lvl="6" algn="l" rtl="0">
              <a:lnSpc>
                <a:spcPct val="100000"/>
              </a:lnSpc>
              <a:spcBef>
                <a:spcPts val="0"/>
              </a:spcBef>
              <a:spcAft>
                <a:spcPts val="0"/>
              </a:spcAft>
              <a:buSzPts val="2800"/>
              <a:buNone/>
              <a:defRPr/>
            </a:lvl7pPr>
            <a:lvl8pPr lvl="7" algn="l" rtl="0">
              <a:lnSpc>
                <a:spcPct val="100000"/>
              </a:lnSpc>
              <a:spcBef>
                <a:spcPts val="0"/>
              </a:spcBef>
              <a:spcAft>
                <a:spcPts val="0"/>
              </a:spcAft>
              <a:buSzPts val="2800"/>
              <a:buNone/>
              <a:defRPr/>
            </a:lvl8pPr>
            <a:lvl9pPr lvl="8" algn="l" rtl="0">
              <a:lnSpc>
                <a:spcPct val="100000"/>
              </a:lnSpc>
              <a:spcBef>
                <a:spcPts val="0"/>
              </a:spcBef>
              <a:spcAft>
                <a:spcPts val="0"/>
              </a:spcAft>
              <a:buSzPts val="2800"/>
              <a:buNone/>
              <a:defRPr/>
            </a:lvl9pPr>
          </a:lstStyle>
          <a:p>
            <a:endParaRPr/>
          </a:p>
        </p:txBody>
      </p:sp>
      <p:sp>
        <p:nvSpPr>
          <p:cNvPr id="164" name="Google Shape;164;p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rtl="0">
              <a:lnSpc>
                <a:spcPct val="115000"/>
              </a:lnSpc>
              <a:spcBef>
                <a:spcPts val="0"/>
              </a:spcBef>
              <a:spcAft>
                <a:spcPts val="0"/>
              </a:spcAft>
              <a:buSzPts val="1800"/>
              <a:buChar char="●"/>
              <a:defRPr/>
            </a:lvl1pPr>
            <a:lvl2pPr marL="914400" lvl="1" indent="-317500" algn="l" rtl="0">
              <a:lnSpc>
                <a:spcPct val="115000"/>
              </a:lnSpc>
              <a:spcBef>
                <a:spcPts val="0"/>
              </a:spcBef>
              <a:spcAft>
                <a:spcPts val="0"/>
              </a:spcAft>
              <a:buSzPts val="1400"/>
              <a:buChar char="○"/>
              <a:defRPr/>
            </a:lvl2pPr>
            <a:lvl3pPr marL="1371600" lvl="2" indent="-317500" algn="l" rtl="0">
              <a:lnSpc>
                <a:spcPct val="115000"/>
              </a:lnSpc>
              <a:spcBef>
                <a:spcPts val="0"/>
              </a:spcBef>
              <a:spcAft>
                <a:spcPts val="0"/>
              </a:spcAft>
              <a:buSzPts val="1400"/>
              <a:buChar char="■"/>
              <a:defRPr/>
            </a:lvl3pPr>
            <a:lvl4pPr marL="1828800" lvl="3" indent="-317500" algn="l" rtl="0">
              <a:lnSpc>
                <a:spcPct val="115000"/>
              </a:lnSpc>
              <a:spcBef>
                <a:spcPts val="0"/>
              </a:spcBef>
              <a:spcAft>
                <a:spcPts val="0"/>
              </a:spcAft>
              <a:buSzPts val="1400"/>
              <a:buChar char="●"/>
              <a:defRPr/>
            </a:lvl4pPr>
            <a:lvl5pPr marL="2286000" lvl="4" indent="-317500" algn="l" rtl="0">
              <a:lnSpc>
                <a:spcPct val="115000"/>
              </a:lnSpc>
              <a:spcBef>
                <a:spcPts val="0"/>
              </a:spcBef>
              <a:spcAft>
                <a:spcPts val="0"/>
              </a:spcAft>
              <a:buSzPts val="1400"/>
              <a:buChar char="○"/>
              <a:defRPr/>
            </a:lvl5pPr>
            <a:lvl6pPr marL="2743200" lvl="5" indent="-317500" algn="l" rtl="0">
              <a:lnSpc>
                <a:spcPct val="115000"/>
              </a:lnSpc>
              <a:spcBef>
                <a:spcPts val="0"/>
              </a:spcBef>
              <a:spcAft>
                <a:spcPts val="0"/>
              </a:spcAft>
              <a:buSzPts val="1400"/>
              <a:buChar char="■"/>
              <a:defRPr/>
            </a:lvl6pPr>
            <a:lvl7pPr marL="3200400" lvl="6" indent="-317500" algn="l" rtl="0">
              <a:lnSpc>
                <a:spcPct val="115000"/>
              </a:lnSpc>
              <a:spcBef>
                <a:spcPts val="0"/>
              </a:spcBef>
              <a:spcAft>
                <a:spcPts val="0"/>
              </a:spcAft>
              <a:buSzPts val="1400"/>
              <a:buChar char="●"/>
              <a:defRPr/>
            </a:lvl7pPr>
            <a:lvl8pPr marL="3657600" lvl="7" indent="-317500" algn="l" rtl="0">
              <a:lnSpc>
                <a:spcPct val="115000"/>
              </a:lnSpc>
              <a:spcBef>
                <a:spcPts val="0"/>
              </a:spcBef>
              <a:spcAft>
                <a:spcPts val="0"/>
              </a:spcAft>
              <a:buSzPts val="1400"/>
              <a:buChar char="○"/>
              <a:defRPr/>
            </a:lvl8pPr>
            <a:lvl9pPr marL="4114800" lvl="8" indent="-317500" algn="l" rtl="0">
              <a:lnSpc>
                <a:spcPct val="115000"/>
              </a:lnSpc>
              <a:spcBef>
                <a:spcPts val="0"/>
              </a:spcBef>
              <a:spcAft>
                <a:spcPts val="0"/>
              </a:spcAft>
              <a:buSzPts val="1400"/>
              <a:buChar char="■"/>
              <a:defRPr/>
            </a:lvl9pPr>
          </a:lstStyle>
          <a:p>
            <a:endParaRPr/>
          </a:p>
        </p:txBody>
      </p:sp>
      <p:sp>
        <p:nvSpPr>
          <p:cNvPr id="165" name="Google Shape;165;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spcBef>
                <a:spcPts val="0"/>
              </a:spcBef>
              <a:spcAft>
                <a:spcPts val="0"/>
              </a:spcAft>
              <a:buClr>
                <a:schemeClr val="dk2"/>
              </a:buClr>
              <a:buSzPts val="1000"/>
              <a:buNone/>
              <a:defRPr/>
            </a:lvl1pPr>
            <a:lvl2pPr marL="0" marR="0" lvl="1" indent="0" algn="r" rtl="0">
              <a:spcBef>
                <a:spcPts val="0"/>
              </a:spcBef>
              <a:spcAft>
                <a:spcPts val="0"/>
              </a:spcAft>
              <a:buClr>
                <a:schemeClr val="dk2"/>
              </a:buClr>
              <a:buSzPts val="1000"/>
              <a:buNone/>
              <a:defRPr/>
            </a:lvl2pPr>
            <a:lvl3pPr marL="0" marR="0" lvl="2" indent="0" algn="r" rtl="0">
              <a:spcBef>
                <a:spcPts val="0"/>
              </a:spcBef>
              <a:spcAft>
                <a:spcPts val="0"/>
              </a:spcAft>
              <a:buClr>
                <a:schemeClr val="dk2"/>
              </a:buClr>
              <a:buSzPts val="1000"/>
              <a:buNone/>
              <a:defRPr/>
            </a:lvl3pPr>
            <a:lvl4pPr marL="0" marR="0" lvl="3" indent="0" algn="r" rtl="0">
              <a:spcBef>
                <a:spcPts val="0"/>
              </a:spcBef>
              <a:spcAft>
                <a:spcPts val="0"/>
              </a:spcAft>
              <a:buClr>
                <a:schemeClr val="dk2"/>
              </a:buClr>
              <a:buSzPts val="1000"/>
              <a:buNone/>
              <a:defRPr/>
            </a:lvl4pPr>
            <a:lvl5pPr marL="0" marR="0" lvl="4" indent="0" algn="r" rtl="0">
              <a:spcBef>
                <a:spcPts val="0"/>
              </a:spcBef>
              <a:spcAft>
                <a:spcPts val="0"/>
              </a:spcAft>
              <a:buClr>
                <a:schemeClr val="dk2"/>
              </a:buClr>
              <a:buSzPts val="1000"/>
              <a:buNone/>
              <a:defRPr/>
            </a:lvl5pPr>
            <a:lvl6pPr marL="0" marR="0" lvl="5" indent="0" algn="r" rtl="0">
              <a:spcBef>
                <a:spcPts val="0"/>
              </a:spcBef>
              <a:spcAft>
                <a:spcPts val="0"/>
              </a:spcAft>
              <a:buClr>
                <a:schemeClr val="dk2"/>
              </a:buClr>
              <a:buSzPts val="1000"/>
              <a:buNone/>
              <a:defRPr/>
            </a:lvl6pPr>
            <a:lvl7pPr marL="0" marR="0" lvl="6" indent="0" algn="r" rtl="0">
              <a:spcBef>
                <a:spcPts val="0"/>
              </a:spcBef>
              <a:spcAft>
                <a:spcPts val="0"/>
              </a:spcAft>
              <a:buClr>
                <a:schemeClr val="dk2"/>
              </a:buClr>
              <a:buSzPts val="1000"/>
              <a:buNone/>
              <a:defRPr/>
            </a:lvl7pPr>
            <a:lvl8pPr marL="0" marR="0" lvl="7" indent="0" algn="r" rtl="0">
              <a:spcBef>
                <a:spcPts val="0"/>
              </a:spcBef>
              <a:spcAft>
                <a:spcPts val="0"/>
              </a:spcAft>
              <a:buClr>
                <a:schemeClr val="dk2"/>
              </a:buClr>
              <a:buSzPts val="1000"/>
              <a:buNone/>
              <a:defRPr/>
            </a:lvl8pPr>
            <a:lvl9pPr marL="0" marR="0" lvl="8" indent="0" algn="r" rtl="0">
              <a:spcBef>
                <a:spcPts val="0"/>
              </a:spcBef>
              <a:spcAft>
                <a:spcPts val="0"/>
              </a:spcAft>
              <a:buClr>
                <a:schemeClr val="dk2"/>
              </a:buClr>
              <a:buSzPts val="1000"/>
              <a:buNone/>
              <a:defRPr/>
            </a:lvl9pPr>
          </a:lstStyle>
          <a:p>
            <a:pPr marL="0" lvl="0" indent="0" algn="r" rtl="0">
              <a:spcBef>
                <a:spcPts val="0"/>
              </a:spcBef>
              <a:spcAft>
                <a:spcPts val="0"/>
              </a:spcAft>
              <a:buNone/>
            </a:pPr>
            <a:fld id="{00000000-1234-1234-1234-123412341234}" type="slidenum">
              <a:rPr lang="en-US"/>
              <a:t>‹#›</a:t>
            </a:fld>
            <a:endParaRPr sz="1000">
              <a:solidFill>
                <a:schemeClr val="dk2"/>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66"/>
        <p:cNvGrpSpPr/>
        <p:nvPr/>
      </p:nvGrpSpPr>
      <p:grpSpPr>
        <a:xfrm>
          <a:off x="0" y="0"/>
          <a:ext cx="0" cy="0"/>
          <a:chOff x="0" y="0"/>
          <a:chExt cx="0" cy="0"/>
        </a:xfrm>
      </p:grpSpPr>
      <p:sp>
        <p:nvSpPr>
          <p:cNvPr id="167" name="Google Shape;167;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rtl="0">
              <a:lnSpc>
                <a:spcPct val="100000"/>
              </a:lnSpc>
              <a:spcBef>
                <a:spcPts val="0"/>
              </a:spcBef>
              <a:spcAft>
                <a:spcPts val="0"/>
              </a:spcAft>
              <a:buSzPts val="2800"/>
              <a:buNone/>
              <a:defRPr/>
            </a:lvl1pPr>
            <a:lvl2pPr lvl="1" algn="l" rtl="0">
              <a:lnSpc>
                <a:spcPct val="100000"/>
              </a:lnSpc>
              <a:spcBef>
                <a:spcPts val="0"/>
              </a:spcBef>
              <a:spcAft>
                <a:spcPts val="0"/>
              </a:spcAft>
              <a:buSzPts val="2800"/>
              <a:buNone/>
              <a:defRPr/>
            </a:lvl2pPr>
            <a:lvl3pPr lvl="2" algn="l" rtl="0">
              <a:lnSpc>
                <a:spcPct val="100000"/>
              </a:lnSpc>
              <a:spcBef>
                <a:spcPts val="0"/>
              </a:spcBef>
              <a:spcAft>
                <a:spcPts val="0"/>
              </a:spcAft>
              <a:buSzPts val="2800"/>
              <a:buNone/>
              <a:defRPr/>
            </a:lvl3pPr>
            <a:lvl4pPr lvl="3" algn="l" rtl="0">
              <a:lnSpc>
                <a:spcPct val="100000"/>
              </a:lnSpc>
              <a:spcBef>
                <a:spcPts val="0"/>
              </a:spcBef>
              <a:spcAft>
                <a:spcPts val="0"/>
              </a:spcAft>
              <a:buSzPts val="2800"/>
              <a:buNone/>
              <a:defRPr/>
            </a:lvl4pPr>
            <a:lvl5pPr lvl="4" algn="l" rtl="0">
              <a:lnSpc>
                <a:spcPct val="100000"/>
              </a:lnSpc>
              <a:spcBef>
                <a:spcPts val="0"/>
              </a:spcBef>
              <a:spcAft>
                <a:spcPts val="0"/>
              </a:spcAft>
              <a:buSzPts val="2800"/>
              <a:buNone/>
              <a:defRPr/>
            </a:lvl5pPr>
            <a:lvl6pPr lvl="5" algn="l" rtl="0">
              <a:lnSpc>
                <a:spcPct val="100000"/>
              </a:lnSpc>
              <a:spcBef>
                <a:spcPts val="0"/>
              </a:spcBef>
              <a:spcAft>
                <a:spcPts val="0"/>
              </a:spcAft>
              <a:buSzPts val="2800"/>
              <a:buNone/>
              <a:defRPr/>
            </a:lvl6pPr>
            <a:lvl7pPr lvl="6" algn="l" rtl="0">
              <a:lnSpc>
                <a:spcPct val="100000"/>
              </a:lnSpc>
              <a:spcBef>
                <a:spcPts val="0"/>
              </a:spcBef>
              <a:spcAft>
                <a:spcPts val="0"/>
              </a:spcAft>
              <a:buSzPts val="2800"/>
              <a:buNone/>
              <a:defRPr/>
            </a:lvl7pPr>
            <a:lvl8pPr lvl="7" algn="l" rtl="0">
              <a:lnSpc>
                <a:spcPct val="100000"/>
              </a:lnSpc>
              <a:spcBef>
                <a:spcPts val="0"/>
              </a:spcBef>
              <a:spcAft>
                <a:spcPts val="0"/>
              </a:spcAft>
              <a:buSzPts val="2800"/>
              <a:buNone/>
              <a:defRPr/>
            </a:lvl8pPr>
            <a:lvl9pPr lvl="8" algn="l" rtl="0">
              <a:lnSpc>
                <a:spcPct val="100000"/>
              </a:lnSpc>
              <a:spcBef>
                <a:spcPts val="0"/>
              </a:spcBef>
              <a:spcAft>
                <a:spcPts val="0"/>
              </a:spcAft>
              <a:buSzPts val="2800"/>
              <a:buNone/>
              <a:defRPr/>
            </a:lvl9pPr>
          </a:lstStyle>
          <a:p>
            <a:endParaRPr/>
          </a:p>
        </p:txBody>
      </p:sp>
      <p:sp>
        <p:nvSpPr>
          <p:cNvPr id="168" name="Google Shape;168;p6"/>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rtl="0">
              <a:lnSpc>
                <a:spcPct val="115000"/>
              </a:lnSpc>
              <a:spcBef>
                <a:spcPts val="0"/>
              </a:spcBef>
              <a:spcAft>
                <a:spcPts val="0"/>
              </a:spcAft>
              <a:buSzPts val="1400"/>
              <a:buChar char="●"/>
              <a:defRPr sz="1400"/>
            </a:lvl1pPr>
            <a:lvl2pPr marL="914400" lvl="1" indent="-304800" algn="l" rtl="0">
              <a:lnSpc>
                <a:spcPct val="115000"/>
              </a:lnSpc>
              <a:spcBef>
                <a:spcPts val="0"/>
              </a:spcBef>
              <a:spcAft>
                <a:spcPts val="0"/>
              </a:spcAft>
              <a:buSzPts val="1200"/>
              <a:buChar char="○"/>
              <a:defRPr sz="1200"/>
            </a:lvl2pPr>
            <a:lvl3pPr marL="1371600" lvl="2" indent="-304800" algn="l" rtl="0">
              <a:lnSpc>
                <a:spcPct val="115000"/>
              </a:lnSpc>
              <a:spcBef>
                <a:spcPts val="0"/>
              </a:spcBef>
              <a:spcAft>
                <a:spcPts val="0"/>
              </a:spcAft>
              <a:buSzPts val="1200"/>
              <a:buChar char="■"/>
              <a:defRPr sz="1200"/>
            </a:lvl3pPr>
            <a:lvl4pPr marL="1828800" lvl="3" indent="-304800" algn="l" rtl="0">
              <a:lnSpc>
                <a:spcPct val="115000"/>
              </a:lnSpc>
              <a:spcBef>
                <a:spcPts val="0"/>
              </a:spcBef>
              <a:spcAft>
                <a:spcPts val="0"/>
              </a:spcAft>
              <a:buSzPts val="1200"/>
              <a:buChar char="●"/>
              <a:defRPr sz="1200"/>
            </a:lvl4pPr>
            <a:lvl5pPr marL="2286000" lvl="4" indent="-304800" algn="l" rtl="0">
              <a:lnSpc>
                <a:spcPct val="115000"/>
              </a:lnSpc>
              <a:spcBef>
                <a:spcPts val="0"/>
              </a:spcBef>
              <a:spcAft>
                <a:spcPts val="0"/>
              </a:spcAft>
              <a:buSzPts val="1200"/>
              <a:buChar char="○"/>
              <a:defRPr sz="1200"/>
            </a:lvl5pPr>
            <a:lvl6pPr marL="2743200" lvl="5" indent="-304800" algn="l" rtl="0">
              <a:lnSpc>
                <a:spcPct val="115000"/>
              </a:lnSpc>
              <a:spcBef>
                <a:spcPts val="0"/>
              </a:spcBef>
              <a:spcAft>
                <a:spcPts val="0"/>
              </a:spcAft>
              <a:buSzPts val="1200"/>
              <a:buChar char="■"/>
              <a:defRPr sz="1200"/>
            </a:lvl6pPr>
            <a:lvl7pPr marL="3200400" lvl="6" indent="-304800" algn="l" rtl="0">
              <a:lnSpc>
                <a:spcPct val="115000"/>
              </a:lnSpc>
              <a:spcBef>
                <a:spcPts val="0"/>
              </a:spcBef>
              <a:spcAft>
                <a:spcPts val="0"/>
              </a:spcAft>
              <a:buSzPts val="1200"/>
              <a:buChar char="●"/>
              <a:defRPr sz="1200"/>
            </a:lvl7pPr>
            <a:lvl8pPr marL="3657600" lvl="7" indent="-304800" algn="l" rtl="0">
              <a:lnSpc>
                <a:spcPct val="115000"/>
              </a:lnSpc>
              <a:spcBef>
                <a:spcPts val="0"/>
              </a:spcBef>
              <a:spcAft>
                <a:spcPts val="0"/>
              </a:spcAft>
              <a:buSzPts val="1200"/>
              <a:buChar char="○"/>
              <a:defRPr sz="1200"/>
            </a:lvl8pPr>
            <a:lvl9pPr marL="4114800" lvl="8" indent="-304800" algn="l" rtl="0">
              <a:lnSpc>
                <a:spcPct val="115000"/>
              </a:lnSpc>
              <a:spcBef>
                <a:spcPts val="0"/>
              </a:spcBef>
              <a:spcAft>
                <a:spcPts val="0"/>
              </a:spcAft>
              <a:buSzPts val="1200"/>
              <a:buChar char="■"/>
              <a:defRPr sz="1200"/>
            </a:lvl9pPr>
          </a:lstStyle>
          <a:p>
            <a:endParaRPr/>
          </a:p>
        </p:txBody>
      </p:sp>
      <p:sp>
        <p:nvSpPr>
          <p:cNvPr id="169" name="Google Shape;169;p6"/>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rtl="0">
              <a:lnSpc>
                <a:spcPct val="115000"/>
              </a:lnSpc>
              <a:spcBef>
                <a:spcPts val="0"/>
              </a:spcBef>
              <a:spcAft>
                <a:spcPts val="0"/>
              </a:spcAft>
              <a:buSzPts val="1400"/>
              <a:buChar char="●"/>
              <a:defRPr sz="1400"/>
            </a:lvl1pPr>
            <a:lvl2pPr marL="914400" lvl="1" indent="-304800" algn="l" rtl="0">
              <a:lnSpc>
                <a:spcPct val="115000"/>
              </a:lnSpc>
              <a:spcBef>
                <a:spcPts val="0"/>
              </a:spcBef>
              <a:spcAft>
                <a:spcPts val="0"/>
              </a:spcAft>
              <a:buSzPts val="1200"/>
              <a:buChar char="○"/>
              <a:defRPr sz="1200"/>
            </a:lvl2pPr>
            <a:lvl3pPr marL="1371600" lvl="2" indent="-304800" algn="l" rtl="0">
              <a:lnSpc>
                <a:spcPct val="115000"/>
              </a:lnSpc>
              <a:spcBef>
                <a:spcPts val="0"/>
              </a:spcBef>
              <a:spcAft>
                <a:spcPts val="0"/>
              </a:spcAft>
              <a:buSzPts val="1200"/>
              <a:buChar char="■"/>
              <a:defRPr sz="1200"/>
            </a:lvl3pPr>
            <a:lvl4pPr marL="1828800" lvl="3" indent="-304800" algn="l" rtl="0">
              <a:lnSpc>
                <a:spcPct val="115000"/>
              </a:lnSpc>
              <a:spcBef>
                <a:spcPts val="0"/>
              </a:spcBef>
              <a:spcAft>
                <a:spcPts val="0"/>
              </a:spcAft>
              <a:buSzPts val="1200"/>
              <a:buChar char="●"/>
              <a:defRPr sz="1200"/>
            </a:lvl4pPr>
            <a:lvl5pPr marL="2286000" lvl="4" indent="-304800" algn="l" rtl="0">
              <a:lnSpc>
                <a:spcPct val="115000"/>
              </a:lnSpc>
              <a:spcBef>
                <a:spcPts val="0"/>
              </a:spcBef>
              <a:spcAft>
                <a:spcPts val="0"/>
              </a:spcAft>
              <a:buSzPts val="1200"/>
              <a:buChar char="○"/>
              <a:defRPr sz="1200"/>
            </a:lvl5pPr>
            <a:lvl6pPr marL="2743200" lvl="5" indent="-304800" algn="l" rtl="0">
              <a:lnSpc>
                <a:spcPct val="115000"/>
              </a:lnSpc>
              <a:spcBef>
                <a:spcPts val="0"/>
              </a:spcBef>
              <a:spcAft>
                <a:spcPts val="0"/>
              </a:spcAft>
              <a:buSzPts val="1200"/>
              <a:buChar char="■"/>
              <a:defRPr sz="1200"/>
            </a:lvl6pPr>
            <a:lvl7pPr marL="3200400" lvl="6" indent="-304800" algn="l" rtl="0">
              <a:lnSpc>
                <a:spcPct val="115000"/>
              </a:lnSpc>
              <a:spcBef>
                <a:spcPts val="0"/>
              </a:spcBef>
              <a:spcAft>
                <a:spcPts val="0"/>
              </a:spcAft>
              <a:buSzPts val="1200"/>
              <a:buChar char="●"/>
              <a:defRPr sz="1200"/>
            </a:lvl7pPr>
            <a:lvl8pPr marL="3657600" lvl="7" indent="-304800" algn="l" rtl="0">
              <a:lnSpc>
                <a:spcPct val="115000"/>
              </a:lnSpc>
              <a:spcBef>
                <a:spcPts val="0"/>
              </a:spcBef>
              <a:spcAft>
                <a:spcPts val="0"/>
              </a:spcAft>
              <a:buSzPts val="1200"/>
              <a:buChar char="○"/>
              <a:defRPr sz="1200"/>
            </a:lvl8pPr>
            <a:lvl9pPr marL="4114800" lvl="8" indent="-304800" algn="l" rtl="0">
              <a:lnSpc>
                <a:spcPct val="115000"/>
              </a:lnSpc>
              <a:spcBef>
                <a:spcPts val="0"/>
              </a:spcBef>
              <a:spcAft>
                <a:spcPts val="0"/>
              </a:spcAft>
              <a:buSzPts val="1200"/>
              <a:buChar char="■"/>
              <a:defRPr sz="1200"/>
            </a:lvl9pPr>
          </a:lstStyle>
          <a:p>
            <a:endParaRPr/>
          </a:p>
        </p:txBody>
      </p:sp>
      <p:sp>
        <p:nvSpPr>
          <p:cNvPr id="170" name="Google Shape;170;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spcBef>
                <a:spcPts val="0"/>
              </a:spcBef>
              <a:spcAft>
                <a:spcPts val="0"/>
              </a:spcAft>
              <a:buClr>
                <a:schemeClr val="dk2"/>
              </a:buClr>
              <a:buSzPts val="1000"/>
              <a:buNone/>
              <a:defRPr/>
            </a:lvl1pPr>
            <a:lvl2pPr marL="0" marR="0" lvl="1" indent="0" algn="r" rtl="0">
              <a:spcBef>
                <a:spcPts val="0"/>
              </a:spcBef>
              <a:spcAft>
                <a:spcPts val="0"/>
              </a:spcAft>
              <a:buClr>
                <a:schemeClr val="dk2"/>
              </a:buClr>
              <a:buSzPts val="1000"/>
              <a:buNone/>
              <a:defRPr/>
            </a:lvl2pPr>
            <a:lvl3pPr marL="0" marR="0" lvl="2" indent="0" algn="r" rtl="0">
              <a:spcBef>
                <a:spcPts val="0"/>
              </a:spcBef>
              <a:spcAft>
                <a:spcPts val="0"/>
              </a:spcAft>
              <a:buClr>
                <a:schemeClr val="dk2"/>
              </a:buClr>
              <a:buSzPts val="1000"/>
              <a:buNone/>
              <a:defRPr/>
            </a:lvl3pPr>
            <a:lvl4pPr marL="0" marR="0" lvl="3" indent="0" algn="r" rtl="0">
              <a:spcBef>
                <a:spcPts val="0"/>
              </a:spcBef>
              <a:spcAft>
                <a:spcPts val="0"/>
              </a:spcAft>
              <a:buClr>
                <a:schemeClr val="dk2"/>
              </a:buClr>
              <a:buSzPts val="1000"/>
              <a:buNone/>
              <a:defRPr/>
            </a:lvl4pPr>
            <a:lvl5pPr marL="0" marR="0" lvl="4" indent="0" algn="r" rtl="0">
              <a:spcBef>
                <a:spcPts val="0"/>
              </a:spcBef>
              <a:spcAft>
                <a:spcPts val="0"/>
              </a:spcAft>
              <a:buClr>
                <a:schemeClr val="dk2"/>
              </a:buClr>
              <a:buSzPts val="1000"/>
              <a:buNone/>
              <a:defRPr/>
            </a:lvl5pPr>
            <a:lvl6pPr marL="0" marR="0" lvl="5" indent="0" algn="r" rtl="0">
              <a:spcBef>
                <a:spcPts val="0"/>
              </a:spcBef>
              <a:spcAft>
                <a:spcPts val="0"/>
              </a:spcAft>
              <a:buClr>
                <a:schemeClr val="dk2"/>
              </a:buClr>
              <a:buSzPts val="1000"/>
              <a:buNone/>
              <a:defRPr/>
            </a:lvl6pPr>
            <a:lvl7pPr marL="0" marR="0" lvl="6" indent="0" algn="r" rtl="0">
              <a:spcBef>
                <a:spcPts val="0"/>
              </a:spcBef>
              <a:spcAft>
                <a:spcPts val="0"/>
              </a:spcAft>
              <a:buClr>
                <a:schemeClr val="dk2"/>
              </a:buClr>
              <a:buSzPts val="1000"/>
              <a:buNone/>
              <a:defRPr/>
            </a:lvl7pPr>
            <a:lvl8pPr marL="0" marR="0" lvl="7" indent="0" algn="r" rtl="0">
              <a:spcBef>
                <a:spcPts val="0"/>
              </a:spcBef>
              <a:spcAft>
                <a:spcPts val="0"/>
              </a:spcAft>
              <a:buClr>
                <a:schemeClr val="dk2"/>
              </a:buClr>
              <a:buSzPts val="1000"/>
              <a:buNone/>
              <a:defRPr/>
            </a:lvl8pPr>
            <a:lvl9pPr marL="0" marR="0" lvl="8" indent="0" algn="r" rtl="0">
              <a:spcBef>
                <a:spcPts val="0"/>
              </a:spcBef>
              <a:spcAft>
                <a:spcPts val="0"/>
              </a:spcAft>
              <a:buClr>
                <a:schemeClr val="dk2"/>
              </a:buClr>
              <a:buSzPts val="1000"/>
              <a:buNone/>
              <a:defRPr/>
            </a:lvl9pPr>
          </a:lstStyle>
          <a:p>
            <a:pPr marL="0" lvl="0" indent="0" algn="r" rtl="0">
              <a:spcBef>
                <a:spcPts val="0"/>
              </a:spcBef>
              <a:spcAft>
                <a:spcPts val="0"/>
              </a:spcAft>
              <a:buNone/>
            </a:pPr>
            <a:fld id="{00000000-1234-1234-1234-123412341234}" type="slidenum">
              <a:rPr lang="en-US"/>
              <a:t>‹#›</a:t>
            </a:fld>
            <a:endParaRPr sz="1000">
              <a:solidFill>
                <a:schemeClr val="dk2"/>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71"/>
        <p:cNvGrpSpPr/>
        <p:nvPr/>
      </p:nvGrpSpPr>
      <p:grpSpPr>
        <a:xfrm>
          <a:off x="0" y="0"/>
          <a:ext cx="0" cy="0"/>
          <a:chOff x="0" y="0"/>
          <a:chExt cx="0" cy="0"/>
        </a:xfrm>
      </p:grpSpPr>
      <p:sp>
        <p:nvSpPr>
          <p:cNvPr id="172" name="Google Shape;172;p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rtl="0">
              <a:lnSpc>
                <a:spcPct val="100000"/>
              </a:lnSpc>
              <a:spcBef>
                <a:spcPts val="0"/>
              </a:spcBef>
              <a:spcAft>
                <a:spcPts val="0"/>
              </a:spcAft>
              <a:buSzPts val="2800"/>
              <a:buNone/>
              <a:defRPr/>
            </a:lvl1pPr>
            <a:lvl2pPr lvl="1" algn="l" rtl="0">
              <a:lnSpc>
                <a:spcPct val="100000"/>
              </a:lnSpc>
              <a:spcBef>
                <a:spcPts val="0"/>
              </a:spcBef>
              <a:spcAft>
                <a:spcPts val="0"/>
              </a:spcAft>
              <a:buSzPts val="2800"/>
              <a:buNone/>
              <a:defRPr/>
            </a:lvl2pPr>
            <a:lvl3pPr lvl="2" algn="l" rtl="0">
              <a:lnSpc>
                <a:spcPct val="100000"/>
              </a:lnSpc>
              <a:spcBef>
                <a:spcPts val="0"/>
              </a:spcBef>
              <a:spcAft>
                <a:spcPts val="0"/>
              </a:spcAft>
              <a:buSzPts val="2800"/>
              <a:buNone/>
              <a:defRPr/>
            </a:lvl3pPr>
            <a:lvl4pPr lvl="3" algn="l" rtl="0">
              <a:lnSpc>
                <a:spcPct val="100000"/>
              </a:lnSpc>
              <a:spcBef>
                <a:spcPts val="0"/>
              </a:spcBef>
              <a:spcAft>
                <a:spcPts val="0"/>
              </a:spcAft>
              <a:buSzPts val="2800"/>
              <a:buNone/>
              <a:defRPr/>
            </a:lvl4pPr>
            <a:lvl5pPr lvl="4" algn="l" rtl="0">
              <a:lnSpc>
                <a:spcPct val="100000"/>
              </a:lnSpc>
              <a:spcBef>
                <a:spcPts val="0"/>
              </a:spcBef>
              <a:spcAft>
                <a:spcPts val="0"/>
              </a:spcAft>
              <a:buSzPts val="2800"/>
              <a:buNone/>
              <a:defRPr/>
            </a:lvl5pPr>
            <a:lvl6pPr lvl="5" algn="l" rtl="0">
              <a:lnSpc>
                <a:spcPct val="100000"/>
              </a:lnSpc>
              <a:spcBef>
                <a:spcPts val="0"/>
              </a:spcBef>
              <a:spcAft>
                <a:spcPts val="0"/>
              </a:spcAft>
              <a:buSzPts val="2800"/>
              <a:buNone/>
              <a:defRPr/>
            </a:lvl6pPr>
            <a:lvl7pPr lvl="6" algn="l" rtl="0">
              <a:lnSpc>
                <a:spcPct val="100000"/>
              </a:lnSpc>
              <a:spcBef>
                <a:spcPts val="0"/>
              </a:spcBef>
              <a:spcAft>
                <a:spcPts val="0"/>
              </a:spcAft>
              <a:buSzPts val="2800"/>
              <a:buNone/>
              <a:defRPr/>
            </a:lvl7pPr>
            <a:lvl8pPr lvl="7" algn="l" rtl="0">
              <a:lnSpc>
                <a:spcPct val="100000"/>
              </a:lnSpc>
              <a:spcBef>
                <a:spcPts val="0"/>
              </a:spcBef>
              <a:spcAft>
                <a:spcPts val="0"/>
              </a:spcAft>
              <a:buSzPts val="2800"/>
              <a:buNone/>
              <a:defRPr/>
            </a:lvl8pPr>
            <a:lvl9pPr lvl="8" algn="l" rtl="0">
              <a:lnSpc>
                <a:spcPct val="100000"/>
              </a:lnSpc>
              <a:spcBef>
                <a:spcPts val="0"/>
              </a:spcBef>
              <a:spcAft>
                <a:spcPts val="0"/>
              </a:spcAft>
              <a:buSzPts val="2800"/>
              <a:buNone/>
              <a:defRPr/>
            </a:lvl9pPr>
          </a:lstStyle>
          <a:p>
            <a:endParaRPr/>
          </a:p>
        </p:txBody>
      </p:sp>
      <p:sp>
        <p:nvSpPr>
          <p:cNvPr id="173" name="Google Shape;173;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spcBef>
                <a:spcPts val="0"/>
              </a:spcBef>
              <a:spcAft>
                <a:spcPts val="0"/>
              </a:spcAft>
              <a:buClr>
                <a:schemeClr val="dk2"/>
              </a:buClr>
              <a:buSzPts val="1000"/>
              <a:buNone/>
              <a:defRPr/>
            </a:lvl1pPr>
            <a:lvl2pPr marL="0" marR="0" lvl="1" indent="0" algn="r" rtl="0">
              <a:spcBef>
                <a:spcPts val="0"/>
              </a:spcBef>
              <a:spcAft>
                <a:spcPts val="0"/>
              </a:spcAft>
              <a:buClr>
                <a:schemeClr val="dk2"/>
              </a:buClr>
              <a:buSzPts val="1000"/>
              <a:buNone/>
              <a:defRPr/>
            </a:lvl2pPr>
            <a:lvl3pPr marL="0" marR="0" lvl="2" indent="0" algn="r" rtl="0">
              <a:spcBef>
                <a:spcPts val="0"/>
              </a:spcBef>
              <a:spcAft>
                <a:spcPts val="0"/>
              </a:spcAft>
              <a:buClr>
                <a:schemeClr val="dk2"/>
              </a:buClr>
              <a:buSzPts val="1000"/>
              <a:buNone/>
              <a:defRPr/>
            </a:lvl3pPr>
            <a:lvl4pPr marL="0" marR="0" lvl="3" indent="0" algn="r" rtl="0">
              <a:spcBef>
                <a:spcPts val="0"/>
              </a:spcBef>
              <a:spcAft>
                <a:spcPts val="0"/>
              </a:spcAft>
              <a:buClr>
                <a:schemeClr val="dk2"/>
              </a:buClr>
              <a:buSzPts val="1000"/>
              <a:buNone/>
              <a:defRPr/>
            </a:lvl4pPr>
            <a:lvl5pPr marL="0" marR="0" lvl="4" indent="0" algn="r" rtl="0">
              <a:spcBef>
                <a:spcPts val="0"/>
              </a:spcBef>
              <a:spcAft>
                <a:spcPts val="0"/>
              </a:spcAft>
              <a:buClr>
                <a:schemeClr val="dk2"/>
              </a:buClr>
              <a:buSzPts val="1000"/>
              <a:buNone/>
              <a:defRPr/>
            </a:lvl5pPr>
            <a:lvl6pPr marL="0" marR="0" lvl="5" indent="0" algn="r" rtl="0">
              <a:spcBef>
                <a:spcPts val="0"/>
              </a:spcBef>
              <a:spcAft>
                <a:spcPts val="0"/>
              </a:spcAft>
              <a:buClr>
                <a:schemeClr val="dk2"/>
              </a:buClr>
              <a:buSzPts val="1000"/>
              <a:buNone/>
              <a:defRPr/>
            </a:lvl6pPr>
            <a:lvl7pPr marL="0" marR="0" lvl="6" indent="0" algn="r" rtl="0">
              <a:spcBef>
                <a:spcPts val="0"/>
              </a:spcBef>
              <a:spcAft>
                <a:spcPts val="0"/>
              </a:spcAft>
              <a:buClr>
                <a:schemeClr val="dk2"/>
              </a:buClr>
              <a:buSzPts val="1000"/>
              <a:buNone/>
              <a:defRPr/>
            </a:lvl7pPr>
            <a:lvl8pPr marL="0" marR="0" lvl="7" indent="0" algn="r" rtl="0">
              <a:spcBef>
                <a:spcPts val="0"/>
              </a:spcBef>
              <a:spcAft>
                <a:spcPts val="0"/>
              </a:spcAft>
              <a:buClr>
                <a:schemeClr val="dk2"/>
              </a:buClr>
              <a:buSzPts val="1000"/>
              <a:buNone/>
              <a:defRPr/>
            </a:lvl8pPr>
            <a:lvl9pPr marL="0" marR="0" lvl="8" indent="0" algn="r" rtl="0">
              <a:spcBef>
                <a:spcPts val="0"/>
              </a:spcBef>
              <a:spcAft>
                <a:spcPts val="0"/>
              </a:spcAft>
              <a:buClr>
                <a:schemeClr val="dk2"/>
              </a:buClr>
              <a:buSzPts val="1000"/>
              <a:buNone/>
              <a:defRPr/>
            </a:lvl9pPr>
          </a:lstStyle>
          <a:p>
            <a:pPr marL="0" lvl="0" indent="0" algn="r" rtl="0">
              <a:spcBef>
                <a:spcPts val="0"/>
              </a:spcBef>
              <a:spcAft>
                <a:spcPts val="0"/>
              </a:spcAft>
              <a:buNone/>
            </a:pPr>
            <a:fld id="{00000000-1234-1234-1234-123412341234}" type="slidenum">
              <a:rPr lang="en-US"/>
              <a:t>‹#›</a:t>
            </a:fld>
            <a:endParaRPr sz="1000">
              <a:solidFill>
                <a:schemeClr val="dk2"/>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74"/>
        <p:cNvGrpSpPr/>
        <p:nvPr/>
      </p:nvGrpSpPr>
      <p:grpSpPr>
        <a:xfrm>
          <a:off x="0" y="0"/>
          <a:ext cx="0" cy="0"/>
          <a:chOff x="0" y="0"/>
          <a:chExt cx="0" cy="0"/>
        </a:xfrm>
      </p:grpSpPr>
      <p:sp>
        <p:nvSpPr>
          <p:cNvPr id="175" name="Google Shape;175;p8"/>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rtl="0">
              <a:lnSpc>
                <a:spcPct val="100000"/>
              </a:lnSpc>
              <a:spcBef>
                <a:spcPts val="0"/>
              </a:spcBef>
              <a:spcAft>
                <a:spcPts val="0"/>
              </a:spcAft>
              <a:buSzPts val="2400"/>
              <a:buNone/>
              <a:defRPr sz="2400"/>
            </a:lvl1pPr>
            <a:lvl2pPr lvl="1" algn="l" rtl="0">
              <a:lnSpc>
                <a:spcPct val="100000"/>
              </a:lnSpc>
              <a:spcBef>
                <a:spcPts val="0"/>
              </a:spcBef>
              <a:spcAft>
                <a:spcPts val="0"/>
              </a:spcAft>
              <a:buSzPts val="2400"/>
              <a:buNone/>
              <a:defRPr sz="2400"/>
            </a:lvl2pPr>
            <a:lvl3pPr lvl="2" algn="l" rtl="0">
              <a:lnSpc>
                <a:spcPct val="100000"/>
              </a:lnSpc>
              <a:spcBef>
                <a:spcPts val="0"/>
              </a:spcBef>
              <a:spcAft>
                <a:spcPts val="0"/>
              </a:spcAft>
              <a:buSzPts val="2400"/>
              <a:buNone/>
              <a:defRPr sz="2400"/>
            </a:lvl3pPr>
            <a:lvl4pPr lvl="3" algn="l" rtl="0">
              <a:lnSpc>
                <a:spcPct val="100000"/>
              </a:lnSpc>
              <a:spcBef>
                <a:spcPts val="0"/>
              </a:spcBef>
              <a:spcAft>
                <a:spcPts val="0"/>
              </a:spcAft>
              <a:buSzPts val="2400"/>
              <a:buNone/>
              <a:defRPr sz="2400"/>
            </a:lvl4pPr>
            <a:lvl5pPr lvl="4" algn="l" rtl="0">
              <a:lnSpc>
                <a:spcPct val="100000"/>
              </a:lnSpc>
              <a:spcBef>
                <a:spcPts val="0"/>
              </a:spcBef>
              <a:spcAft>
                <a:spcPts val="0"/>
              </a:spcAft>
              <a:buSzPts val="2400"/>
              <a:buNone/>
              <a:defRPr sz="2400"/>
            </a:lvl5pPr>
            <a:lvl6pPr lvl="5" algn="l" rtl="0">
              <a:lnSpc>
                <a:spcPct val="100000"/>
              </a:lnSpc>
              <a:spcBef>
                <a:spcPts val="0"/>
              </a:spcBef>
              <a:spcAft>
                <a:spcPts val="0"/>
              </a:spcAft>
              <a:buSzPts val="2400"/>
              <a:buNone/>
              <a:defRPr sz="2400"/>
            </a:lvl6pPr>
            <a:lvl7pPr lvl="6" algn="l" rtl="0">
              <a:lnSpc>
                <a:spcPct val="100000"/>
              </a:lnSpc>
              <a:spcBef>
                <a:spcPts val="0"/>
              </a:spcBef>
              <a:spcAft>
                <a:spcPts val="0"/>
              </a:spcAft>
              <a:buSzPts val="2400"/>
              <a:buNone/>
              <a:defRPr sz="2400"/>
            </a:lvl7pPr>
            <a:lvl8pPr lvl="7" algn="l" rtl="0">
              <a:lnSpc>
                <a:spcPct val="100000"/>
              </a:lnSpc>
              <a:spcBef>
                <a:spcPts val="0"/>
              </a:spcBef>
              <a:spcAft>
                <a:spcPts val="0"/>
              </a:spcAft>
              <a:buSzPts val="2400"/>
              <a:buNone/>
              <a:defRPr sz="2400"/>
            </a:lvl8pPr>
            <a:lvl9pPr lvl="8" algn="l" rtl="0">
              <a:lnSpc>
                <a:spcPct val="100000"/>
              </a:lnSpc>
              <a:spcBef>
                <a:spcPts val="0"/>
              </a:spcBef>
              <a:spcAft>
                <a:spcPts val="0"/>
              </a:spcAft>
              <a:buSzPts val="2400"/>
              <a:buNone/>
              <a:defRPr sz="2400"/>
            </a:lvl9pPr>
          </a:lstStyle>
          <a:p>
            <a:endParaRPr/>
          </a:p>
        </p:txBody>
      </p:sp>
      <p:sp>
        <p:nvSpPr>
          <p:cNvPr id="176" name="Google Shape;176;p8"/>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rtl="0">
              <a:lnSpc>
                <a:spcPct val="115000"/>
              </a:lnSpc>
              <a:spcBef>
                <a:spcPts val="0"/>
              </a:spcBef>
              <a:spcAft>
                <a:spcPts val="0"/>
              </a:spcAft>
              <a:buSzPts val="1200"/>
              <a:buChar char="●"/>
              <a:defRPr sz="1200"/>
            </a:lvl1pPr>
            <a:lvl2pPr marL="914400" lvl="1" indent="-304800" algn="l" rtl="0">
              <a:lnSpc>
                <a:spcPct val="115000"/>
              </a:lnSpc>
              <a:spcBef>
                <a:spcPts val="0"/>
              </a:spcBef>
              <a:spcAft>
                <a:spcPts val="0"/>
              </a:spcAft>
              <a:buSzPts val="1200"/>
              <a:buChar char="○"/>
              <a:defRPr sz="1200"/>
            </a:lvl2pPr>
            <a:lvl3pPr marL="1371600" lvl="2" indent="-304800" algn="l" rtl="0">
              <a:lnSpc>
                <a:spcPct val="115000"/>
              </a:lnSpc>
              <a:spcBef>
                <a:spcPts val="0"/>
              </a:spcBef>
              <a:spcAft>
                <a:spcPts val="0"/>
              </a:spcAft>
              <a:buSzPts val="1200"/>
              <a:buChar char="■"/>
              <a:defRPr sz="1200"/>
            </a:lvl3pPr>
            <a:lvl4pPr marL="1828800" lvl="3" indent="-304800" algn="l" rtl="0">
              <a:lnSpc>
                <a:spcPct val="115000"/>
              </a:lnSpc>
              <a:spcBef>
                <a:spcPts val="0"/>
              </a:spcBef>
              <a:spcAft>
                <a:spcPts val="0"/>
              </a:spcAft>
              <a:buSzPts val="1200"/>
              <a:buChar char="●"/>
              <a:defRPr sz="1200"/>
            </a:lvl4pPr>
            <a:lvl5pPr marL="2286000" lvl="4" indent="-304800" algn="l" rtl="0">
              <a:lnSpc>
                <a:spcPct val="115000"/>
              </a:lnSpc>
              <a:spcBef>
                <a:spcPts val="0"/>
              </a:spcBef>
              <a:spcAft>
                <a:spcPts val="0"/>
              </a:spcAft>
              <a:buSzPts val="1200"/>
              <a:buChar char="○"/>
              <a:defRPr sz="1200"/>
            </a:lvl5pPr>
            <a:lvl6pPr marL="2743200" lvl="5" indent="-304800" algn="l" rtl="0">
              <a:lnSpc>
                <a:spcPct val="115000"/>
              </a:lnSpc>
              <a:spcBef>
                <a:spcPts val="0"/>
              </a:spcBef>
              <a:spcAft>
                <a:spcPts val="0"/>
              </a:spcAft>
              <a:buSzPts val="1200"/>
              <a:buChar char="■"/>
              <a:defRPr sz="1200"/>
            </a:lvl6pPr>
            <a:lvl7pPr marL="3200400" lvl="6" indent="-304800" algn="l" rtl="0">
              <a:lnSpc>
                <a:spcPct val="115000"/>
              </a:lnSpc>
              <a:spcBef>
                <a:spcPts val="0"/>
              </a:spcBef>
              <a:spcAft>
                <a:spcPts val="0"/>
              </a:spcAft>
              <a:buSzPts val="1200"/>
              <a:buChar char="●"/>
              <a:defRPr sz="1200"/>
            </a:lvl7pPr>
            <a:lvl8pPr marL="3657600" lvl="7" indent="-304800" algn="l" rtl="0">
              <a:lnSpc>
                <a:spcPct val="115000"/>
              </a:lnSpc>
              <a:spcBef>
                <a:spcPts val="0"/>
              </a:spcBef>
              <a:spcAft>
                <a:spcPts val="0"/>
              </a:spcAft>
              <a:buSzPts val="1200"/>
              <a:buChar char="○"/>
              <a:defRPr sz="1200"/>
            </a:lvl8pPr>
            <a:lvl9pPr marL="4114800" lvl="8" indent="-304800" algn="l" rtl="0">
              <a:lnSpc>
                <a:spcPct val="115000"/>
              </a:lnSpc>
              <a:spcBef>
                <a:spcPts val="0"/>
              </a:spcBef>
              <a:spcAft>
                <a:spcPts val="0"/>
              </a:spcAft>
              <a:buSzPts val="1200"/>
              <a:buChar char="■"/>
              <a:defRPr sz="1200"/>
            </a:lvl9pPr>
          </a:lstStyle>
          <a:p>
            <a:endParaRPr/>
          </a:p>
        </p:txBody>
      </p:sp>
      <p:sp>
        <p:nvSpPr>
          <p:cNvPr id="177" name="Google Shape;177;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spcBef>
                <a:spcPts val="0"/>
              </a:spcBef>
              <a:spcAft>
                <a:spcPts val="0"/>
              </a:spcAft>
              <a:buClr>
                <a:schemeClr val="dk2"/>
              </a:buClr>
              <a:buSzPts val="1000"/>
              <a:buNone/>
              <a:defRPr/>
            </a:lvl1pPr>
            <a:lvl2pPr marL="0" marR="0" lvl="1" indent="0" algn="r" rtl="0">
              <a:spcBef>
                <a:spcPts val="0"/>
              </a:spcBef>
              <a:spcAft>
                <a:spcPts val="0"/>
              </a:spcAft>
              <a:buClr>
                <a:schemeClr val="dk2"/>
              </a:buClr>
              <a:buSzPts val="1000"/>
              <a:buNone/>
              <a:defRPr/>
            </a:lvl2pPr>
            <a:lvl3pPr marL="0" marR="0" lvl="2" indent="0" algn="r" rtl="0">
              <a:spcBef>
                <a:spcPts val="0"/>
              </a:spcBef>
              <a:spcAft>
                <a:spcPts val="0"/>
              </a:spcAft>
              <a:buClr>
                <a:schemeClr val="dk2"/>
              </a:buClr>
              <a:buSzPts val="1000"/>
              <a:buNone/>
              <a:defRPr/>
            </a:lvl3pPr>
            <a:lvl4pPr marL="0" marR="0" lvl="3" indent="0" algn="r" rtl="0">
              <a:spcBef>
                <a:spcPts val="0"/>
              </a:spcBef>
              <a:spcAft>
                <a:spcPts val="0"/>
              </a:spcAft>
              <a:buClr>
                <a:schemeClr val="dk2"/>
              </a:buClr>
              <a:buSzPts val="1000"/>
              <a:buNone/>
              <a:defRPr/>
            </a:lvl4pPr>
            <a:lvl5pPr marL="0" marR="0" lvl="4" indent="0" algn="r" rtl="0">
              <a:spcBef>
                <a:spcPts val="0"/>
              </a:spcBef>
              <a:spcAft>
                <a:spcPts val="0"/>
              </a:spcAft>
              <a:buClr>
                <a:schemeClr val="dk2"/>
              </a:buClr>
              <a:buSzPts val="1000"/>
              <a:buNone/>
              <a:defRPr/>
            </a:lvl5pPr>
            <a:lvl6pPr marL="0" marR="0" lvl="5" indent="0" algn="r" rtl="0">
              <a:spcBef>
                <a:spcPts val="0"/>
              </a:spcBef>
              <a:spcAft>
                <a:spcPts val="0"/>
              </a:spcAft>
              <a:buClr>
                <a:schemeClr val="dk2"/>
              </a:buClr>
              <a:buSzPts val="1000"/>
              <a:buNone/>
              <a:defRPr/>
            </a:lvl6pPr>
            <a:lvl7pPr marL="0" marR="0" lvl="6" indent="0" algn="r" rtl="0">
              <a:spcBef>
                <a:spcPts val="0"/>
              </a:spcBef>
              <a:spcAft>
                <a:spcPts val="0"/>
              </a:spcAft>
              <a:buClr>
                <a:schemeClr val="dk2"/>
              </a:buClr>
              <a:buSzPts val="1000"/>
              <a:buNone/>
              <a:defRPr/>
            </a:lvl7pPr>
            <a:lvl8pPr marL="0" marR="0" lvl="7" indent="0" algn="r" rtl="0">
              <a:spcBef>
                <a:spcPts val="0"/>
              </a:spcBef>
              <a:spcAft>
                <a:spcPts val="0"/>
              </a:spcAft>
              <a:buClr>
                <a:schemeClr val="dk2"/>
              </a:buClr>
              <a:buSzPts val="1000"/>
              <a:buNone/>
              <a:defRPr/>
            </a:lvl8pPr>
            <a:lvl9pPr marL="0" marR="0" lvl="8" indent="0" algn="r" rtl="0">
              <a:spcBef>
                <a:spcPts val="0"/>
              </a:spcBef>
              <a:spcAft>
                <a:spcPts val="0"/>
              </a:spcAft>
              <a:buClr>
                <a:schemeClr val="dk2"/>
              </a:buClr>
              <a:buSzPts val="1000"/>
              <a:buNone/>
              <a:defRPr/>
            </a:lvl9pPr>
          </a:lstStyle>
          <a:p>
            <a:pPr marL="0" lvl="0" indent="0" algn="r" rtl="0">
              <a:spcBef>
                <a:spcPts val="0"/>
              </a:spcBef>
              <a:spcAft>
                <a:spcPts val="0"/>
              </a:spcAft>
              <a:buNone/>
            </a:pPr>
            <a:fld id="{00000000-1234-1234-1234-123412341234}" type="slidenum">
              <a:rPr lang="en-US"/>
              <a:t>‹#›</a:t>
            </a:fld>
            <a:endParaRPr sz="1000">
              <a:solidFill>
                <a:schemeClr val="dk2"/>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78"/>
        <p:cNvGrpSpPr/>
        <p:nvPr/>
      </p:nvGrpSpPr>
      <p:grpSpPr>
        <a:xfrm>
          <a:off x="0" y="0"/>
          <a:ext cx="0" cy="0"/>
          <a:chOff x="0" y="0"/>
          <a:chExt cx="0" cy="0"/>
        </a:xfrm>
      </p:grpSpPr>
      <p:sp>
        <p:nvSpPr>
          <p:cNvPr id="179" name="Google Shape;179;p9"/>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rtl="0">
              <a:lnSpc>
                <a:spcPct val="100000"/>
              </a:lnSpc>
              <a:spcBef>
                <a:spcPts val="0"/>
              </a:spcBef>
              <a:spcAft>
                <a:spcPts val="0"/>
              </a:spcAft>
              <a:buSzPts val="4800"/>
              <a:buNone/>
              <a:defRPr sz="4800"/>
            </a:lvl1pPr>
            <a:lvl2pPr lvl="1" algn="l" rtl="0">
              <a:lnSpc>
                <a:spcPct val="100000"/>
              </a:lnSpc>
              <a:spcBef>
                <a:spcPts val="0"/>
              </a:spcBef>
              <a:spcAft>
                <a:spcPts val="0"/>
              </a:spcAft>
              <a:buSzPts val="4800"/>
              <a:buNone/>
              <a:defRPr sz="4800"/>
            </a:lvl2pPr>
            <a:lvl3pPr lvl="2" algn="l" rtl="0">
              <a:lnSpc>
                <a:spcPct val="100000"/>
              </a:lnSpc>
              <a:spcBef>
                <a:spcPts val="0"/>
              </a:spcBef>
              <a:spcAft>
                <a:spcPts val="0"/>
              </a:spcAft>
              <a:buSzPts val="4800"/>
              <a:buNone/>
              <a:defRPr sz="4800"/>
            </a:lvl3pPr>
            <a:lvl4pPr lvl="3" algn="l" rtl="0">
              <a:lnSpc>
                <a:spcPct val="100000"/>
              </a:lnSpc>
              <a:spcBef>
                <a:spcPts val="0"/>
              </a:spcBef>
              <a:spcAft>
                <a:spcPts val="0"/>
              </a:spcAft>
              <a:buSzPts val="4800"/>
              <a:buNone/>
              <a:defRPr sz="4800"/>
            </a:lvl4pPr>
            <a:lvl5pPr lvl="4" algn="l" rtl="0">
              <a:lnSpc>
                <a:spcPct val="100000"/>
              </a:lnSpc>
              <a:spcBef>
                <a:spcPts val="0"/>
              </a:spcBef>
              <a:spcAft>
                <a:spcPts val="0"/>
              </a:spcAft>
              <a:buSzPts val="4800"/>
              <a:buNone/>
              <a:defRPr sz="4800"/>
            </a:lvl5pPr>
            <a:lvl6pPr lvl="5" algn="l" rtl="0">
              <a:lnSpc>
                <a:spcPct val="100000"/>
              </a:lnSpc>
              <a:spcBef>
                <a:spcPts val="0"/>
              </a:spcBef>
              <a:spcAft>
                <a:spcPts val="0"/>
              </a:spcAft>
              <a:buSzPts val="4800"/>
              <a:buNone/>
              <a:defRPr sz="4800"/>
            </a:lvl6pPr>
            <a:lvl7pPr lvl="6" algn="l" rtl="0">
              <a:lnSpc>
                <a:spcPct val="100000"/>
              </a:lnSpc>
              <a:spcBef>
                <a:spcPts val="0"/>
              </a:spcBef>
              <a:spcAft>
                <a:spcPts val="0"/>
              </a:spcAft>
              <a:buSzPts val="4800"/>
              <a:buNone/>
              <a:defRPr sz="4800"/>
            </a:lvl7pPr>
            <a:lvl8pPr lvl="7" algn="l" rtl="0">
              <a:lnSpc>
                <a:spcPct val="100000"/>
              </a:lnSpc>
              <a:spcBef>
                <a:spcPts val="0"/>
              </a:spcBef>
              <a:spcAft>
                <a:spcPts val="0"/>
              </a:spcAft>
              <a:buSzPts val="4800"/>
              <a:buNone/>
              <a:defRPr sz="4800"/>
            </a:lvl8pPr>
            <a:lvl9pPr lvl="8" algn="l" rtl="0">
              <a:lnSpc>
                <a:spcPct val="100000"/>
              </a:lnSpc>
              <a:spcBef>
                <a:spcPts val="0"/>
              </a:spcBef>
              <a:spcAft>
                <a:spcPts val="0"/>
              </a:spcAft>
              <a:buSzPts val="4800"/>
              <a:buNone/>
              <a:defRPr sz="4800"/>
            </a:lvl9pPr>
          </a:lstStyle>
          <a:p>
            <a:endParaRPr/>
          </a:p>
        </p:txBody>
      </p:sp>
      <p:sp>
        <p:nvSpPr>
          <p:cNvPr id="180" name="Google Shape;180;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spcBef>
                <a:spcPts val="0"/>
              </a:spcBef>
              <a:spcAft>
                <a:spcPts val="0"/>
              </a:spcAft>
              <a:buClr>
                <a:schemeClr val="dk2"/>
              </a:buClr>
              <a:buSzPts val="1000"/>
              <a:buNone/>
              <a:defRPr/>
            </a:lvl1pPr>
            <a:lvl2pPr marL="0" marR="0" lvl="1" indent="0" algn="r" rtl="0">
              <a:spcBef>
                <a:spcPts val="0"/>
              </a:spcBef>
              <a:spcAft>
                <a:spcPts val="0"/>
              </a:spcAft>
              <a:buClr>
                <a:schemeClr val="dk2"/>
              </a:buClr>
              <a:buSzPts val="1000"/>
              <a:buNone/>
              <a:defRPr/>
            </a:lvl2pPr>
            <a:lvl3pPr marL="0" marR="0" lvl="2" indent="0" algn="r" rtl="0">
              <a:spcBef>
                <a:spcPts val="0"/>
              </a:spcBef>
              <a:spcAft>
                <a:spcPts val="0"/>
              </a:spcAft>
              <a:buClr>
                <a:schemeClr val="dk2"/>
              </a:buClr>
              <a:buSzPts val="1000"/>
              <a:buNone/>
              <a:defRPr/>
            </a:lvl3pPr>
            <a:lvl4pPr marL="0" marR="0" lvl="3" indent="0" algn="r" rtl="0">
              <a:spcBef>
                <a:spcPts val="0"/>
              </a:spcBef>
              <a:spcAft>
                <a:spcPts val="0"/>
              </a:spcAft>
              <a:buClr>
                <a:schemeClr val="dk2"/>
              </a:buClr>
              <a:buSzPts val="1000"/>
              <a:buNone/>
              <a:defRPr/>
            </a:lvl4pPr>
            <a:lvl5pPr marL="0" marR="0" lvl="4" indent="0" algn="r" rtl="0">
              <a:spcBef>
                <a:spcPts val="0"/>
              </a:spcBef>
              <a:spcAft>
                <a:spcPts val="0"/>
              </a:spcAft>
              <a:buClr>
                <a:schemeClr val="dk2"/>
              </a:buClr>
              <a:buSzPts val="1000"/>
              <a:buNone/>
              <a:defRPr/>
            </a:lvl5pPr>
            <a:lvl6pPr marL="0" marR="0" lvl="5" indent="0" algn="r" rtl="0">
              <a:spcBef>
                <a:spcPts val="0"/>
              </a:spcBef>
              <a:spcAft>
                <a:spcPts val="0"/>
              </a:spcAft>
              <a:buClr>
                <a:schemeClr val="dk2"/>
              </a:buClr>
              <a:buSzPts val="1000"/>
              <a:buNone/>
              <a:defRPr/>
            </a:lvl6pPr>
            <a:lvl7pPr marL="0" marR="0" lvl="6" indent="0" algn="r" rtl="0">
              <a:spcBef>
                <a:spcPts val="0"/>
              </a:spcBef>
              <a:spcAft>
                <a:spcPts val="0"/>
              </a:spcAft>
              <a:buClr>
                <a:schemeClr val="dk2"/>
              </a:buClr>
              <a:buSzPts val="1000"/>
              <a:buNone/>
              <a:defRPr/>
            </a:lvl7pPr>
            <a:lvl8pPr marL="0" marR="0" lvl="7" indent="0" algn="r" rtl="0">
              <a:spcBef>
                <a:spcPts val="0"/>
              </a:spcBef>
              <a:spcAft>
                <a:spcPts val="0"/>
              </a:spcAft>
              <a:buClr>
                <a:schemeClr val="dk2"/>
              </a:buClr>
              <a:buSzPts val="1000"/>
              <a:buNone/>
              <a:defRPr/>
            </a:lvl8pPr>
            <a:lvl9pPr marL="0" marR="0" lvl="8" indent="0" algn="r" rtl="0">
              <a:spcBef>
                <a:spcPts val="0"/>
              </a:spcBef>
              <a:spcAft>
                <a:spcPts val="0"/>
              </a:spcAft>
              <a:buClr>
                <a:schemeClr val="dk2"/>
              </a:buClr>
              <a:buSzPts val="1000"/>
              <a:buNone/>
              <a:defRPr/>
            </a:lvl9pPr>
          </a:lstStyle>
          <a:p>
            <a:pPr marL="0" lvl="0" indent="0" algn="r" rtl="0">
              <a:spcBef>
                <a:spcPts val="0"/>
              </a:spcBef>
              <a:spcAft>
                <a:spcPts val="0"/>
              </a:spcAft>
              <a:buNone/>
            </a:pPr>
            <a:fld id="{00000000-1234-1234-1234-123412341234}" type="slidenum">
              <a:rPr lang="en-US"/>
              <a:t>‹#›</a:t>
            </a:fld>
            <a:endParaRPr sz="1000">
              <a:solidFill>
                <a:schemeClr val="dk2"/>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81"/>
        <p:cNvGrpSpPr/>
        <p:nvPr/>
      </p:nvGrpSpPr>
      <p:grpSpPr>
        <a:xfrm>
          <a:off x="0" y="0"/>
          <a:ext cx="0" cy="0"/>
          <a:chOff x="0" y="0"/>
          <a:chExt cx="0" cy="0"/>
        </a:xfrm>
      </p:grpSpPr>
      <p:sp>
        <p:nvSpPr>
          <p:cNvPr id="182" name="Google Shape;182;p10"/>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spcBef>
                <a:spcPts val="0"/>
              </a:spcBef>
              <a:spcAft>
                <a:spcPts val="0"/>
              </a:spcAft>
              <a:buSzPts val="1800"/>
              <a:buFont typeface="Arial"/>
              <a:buNone/>
            </a:pPr>
            <a:endParaRPr sz="1800"/>
          </a:p>
        </p:txBody>
      </p:sp>
      <p:sp>
        <p:nvSpPr>
          <p:cNvPr id="183" name="Google Shape;183;p10"/>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rtl="0">
              <a:lnSpc>
                <a:spcPct val="100000"/>
              </a:lnSpc>
              <a:spcBef>
                <a:spcPts val="0"/>
              </a:spcBef>
              <a:spcAft>
                <a:spcPts val="0"/>
              </a:spcAft>
              <a:buSzPts val="4200"/>
              <a:buNone/>
              <a:defRPr sz="4200"/>
            </a:lvl1pPr>
            <a:lvl2pPr lvl="1" algn="ctr" rtl="0">
              <a:lnSpc>
                <a:spcPct val="100000"/>
              </a:lnSpc>
              <a:spcBef>
                <a:spcPts val="0"/>
              </a:spcBef>
              <a:spcAft>
                <a:spcPts val="0"/>
              </a:spcAft>
              <a:buSzPts val="4200"/>
              <a:buNone/>
              <a:defRPr sz="4200"/>
            </a:lvl2pPr>
            <a:lvl3pPr lvl="2" algn="ctr" rtl="0">
              <a:lnSpc>
                <a:spcPct val="100000"/>
              </a:lnSpc>
              <a:spcBef>
                <a:spcPts val="0"/>
              </a:spcBef>
              <a:spcAft>
                <a:spcPts val="0"/>
              </a:spcAft>
              <a:buSzPts val="4200"/>
              <a:buNone/>
              <a:defRPr sz="4200"/>
            </a:lvl3pPr>
            <a:lvl4pPr lvl="3" algn="ctr" rtl="0">
              <a:lnSpc>
                <a:spcPct val="100000"/>
              </a:lnSpc>
              <a:spcBef>
                <a:spcPts val="0"/>
              </a:spcBef>
              <a:spcAft>
                <a:spcPts val="0"/>
              </a:spcAft>
              <a:buSzPts val="4200"/>
              <a:buNone/>
              <a:defRPr sz="4200"/>
            </a:lvl4pPr>
            <a:lvl5pPr lvl="4" algn="ctr" rtl="0">
              <a:lnSpc>
                <a:spcPct val="100000"/>
              </a:lnSpc>
              <a:spcBef>
                <a:spcPts val="0"/>
              </a:spcBef>
              <a:spcAft>
                <a:spcPts val="0"/>
              </a:spcAft>
              <a:buSzPts val="4200"/>
              <a:buNone/>
              <a:defRPr sz="4200"/>
            </a:lvl5pPr>
            <a:lvl6pPr lvl="5" algn="ctr" rtl="0">
              <a:lnSpc>
                <a:spcPct val="100000"/>
              </a:lnSpc>
              <a:spcBef>
                <a:spcPts val="0"/>
              </a:spcBef>
              <a:spcAft>
                <a:spcPts val="0"/>
              </a:spcAft>
              <a:buSzPts val="4200"/>
              <a:buNone/>
              <a:defRPr sz="4200"/>
            </a:lvl6pPr>
            <a:lvl7pPr lvl="6" algn="ctr" rtl="0">
              <a:lnSpc>
                <a:spcPct val="100000"/>
              </a:lnSpc>
              <a:spcBef>
                <a:spcPts val="0"/>
              </a:spcBef>
              <a:spcAft>
                <a:spcPts val="0"/>
              </a:spcAft>
              <a:buSzPts val="4200"/>
              <a:buNone/>
              <a:defRPr sz="4200"/>
            </a:lvl7pPr>
            <a:lvl8pPr lvl="7" algn="ctr" rtl="0">
              <a:lnSpc>
                <a:spcPct val="100000"/>
              </a:lnSpc>
              <a:spcBef>
                <a:spcPts val="0"/>
              </a:spcBef>
              <a:spcAft>
                <a:spcPts val="0"/>
              </a:spcAft>
              <a:buSzPts val="4200"/>
              <a:buNone/>
              <a:defRPr sz="4200"/>
            </a:lvl8pPr>
            <a:lvl9pPr lvl="8" algn="ctr" rtl="0">
              <a:lnSpc>
                <a:spcPct val="100000"/>
              </a:lnSpc>
              <a:spcBef>
                <a:spcPts val="0"/>
              </a:spcBef>
              <a:spcAft>
                <a:spcPts val="0"/>
              </a:spcAft>
              <a:buSzPts val="4200"/>
              <a:buNone/>
              <a:defRPr sz="4200"/>
            </a:lvl9pPr>
          </a:lstStyle>
          <a:p>
            <a:endParaRPr/>
          </a:p>
        </p:txBody>
      </p:sp>
      <p:sp>
        <p:nvSpPr>
          <p:cNvPr id="184" name="Google Shape;184;p10"/>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185" name="Google Shape;185;p10"/>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rtl="0">
              <a:lnSpc>
                <a:spcPct val="115000"/>
              </a:lnSpc>
              <a:spcBef>
                <a:spcPts val="0"/>
              </a:spcBef>
              <a:spcAft>
                <a:spcPts val="0"/>
              </a:spcAft>
              <a:buSzPts val="1800"/>
              <a:buChar char="●"/>
              <a:defRPr/>
            </a:lvl1pPr>
            <a:lvl2pPr marL="914400" lvl="1" indent="-317500" algn="l" rtl="0">
              <a:lnSpc>
                <a:spcPct val="115000"/>
              </a:lnSpc>
              <a:spcBef>
                <a:spcPts val="0"/>
              </a:spcBef>
              <a:spcAft>
                <a:spcPts val="0"/>
              </a:spcAft>
              <a:buSzPts val="1400"/>
              <a:buChar char="○"/>
              <a:defRPr/>
            </a:lvl2pPr>
            <a:lvl3pPr marL="1371600" lvl="2" indent="-317500" algn="l" rtl="0">
              <a:lnSpc>
                <a:spcPct val="115000"/>
              </a:lnSpc>
              <a:spcBef>
                <a:spcPts val="0"/>
              </a:spcBef>
              <a:spcAft>
                <a:spcPts val="0"/>
              </a:spcAft>
              <a:buSzPts val="1400"/>
              <a:buChar char="■"/>
              <a:defRPr/>
            </a:lvl3pPr>
            <a:lvl4pPr marL="1828800" lvl="3" indent="-317500" algn="l" rtl="0">
              <a:lnSpc>
                <a:spcPct val="115000"/>
              </a:lnSpc>
              <a:spcBef>
                <a:spcPts val="0"/>
              </a:spcBef>
              <a:spcAft>
                <a:spcPts val="0"/>
              </a:spcAft>
              <a:buSzPts val="1400"/>
              <a:buChar char="●"/>
              <a:defRPr/>
            </a:lvl4pPr>
            <a:lvl5pPr marL="2286000" lvl="4" indent="-317500" algn="l" rtl="0">
              <a:lnSpc>
                <a:spcPct val="115000"/>
              </a:lnSpc>
              <a:spcBef>
                <a:spcPts val="0"/>
              </a:spcBef>
              <a:spcAft>
                <a:spcPts val="0"/>
              </a:spcAft>
              <a:buSzPts val="1400"/>
              <a:buChar char="○"/>
              <a:defRPr/>
            </a:lvl5pPr>
            <a:lvl6pPr marL="2743200" lvl="5" indent="-317500" algn="l" rtl="0">
              <a:lnSpc>
                <a:spcPct val="115000"/>
              </a:lnSpc>
              <a:spcBef>
                <a:spcPts val="0"/>
              </a:spcBef>
              <a:spcAft>
                <a:spcPts val="0"/>
              </a:spcAft>
              <a:buSzPts val="1400"/>
              <a:buChar char="■"/>
              <a:defRPr/>
            </a:lvl6pPr>
            <a:lvl7pPr marL="3200400" lvl="6" indent="-317500" algn="l" rtl="0">
              <a:lnSpc>
                <a:spcPct val="115000"/>
              </a:lnSpc>
              <a:spcBef>
                <a:spcPts val="0"/>
              </a:spcBef>
              <a:spcAft>
                <a:spcPts val="0"/>
              </a:spcAft>
              <a:buSzPts val="1400"/>
              <a:buChar char="●"/>
              <a:defRPr/>
            </a:lvl7pPr>
            <a:lvl8pPr marL="3657600" lvl="7" indent="-317500" algn="l" rtl="0">
              <a:lnSpc>
                <a:spcPct val="115000"/>
              </a:lnSpc>
              <a:spcBef>
                <a:spcPts val="0"/>
              </a:spcBef>
              <a:spcAft>
                <a:spcPts val="0"/>
              </a:spcAft>
              <a:buSzPts val="1400"/>
              <a:buChar char="○"/>
              <a:defRPr/>
            </a:lvl8pPr>
            <a:lvl9pPr marL="4114800" lvl="8" indent="-317500" algn="l" rtl="0">
              <a:lnSpc>
                <a:spcPct val="115000"/>
              </a:lnSpc>
              <a:spcBef>
                <a:spcPts val="0"/>
              </a:spcBef>
              <a:spcAft>
                <a:spcPts val="0"/>
              </a:spcAft>
              <a:buSzPts val="1400"/>
              <a:buChar char="■"/>
              <a:defRPr/>
            </a:lvl9pPr>
          </a:lstStyle>
          <a:p>
            <a:endParaRPr/>
          </a:p>
        </p:txBody>
      </p:sp>
      <p:sp>
        <p:nvSpPr>
          <p:cNvPr id="186" name="Google Shape;186;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spcBef>
                <a:spcPts val="0"/>
              </a:spcBef>
              <a:spcAft>
                <a:spcPts val="0"/>
              </a:spcAft>
              <a:buClr>
                <a:schemeClr val="dk2"/>
              </a:buClr>
              <a:buSzPts val="1000"/>
              <a:buNone/>
              <a:defRPr/>
            </a:lvl1pPr>
            <a:lvl2pPr marL="0" marR="0" lvl="1" indent="0" algn="r" rtl="0">
              <a:spcBef>
                <a:spcPts val="0"/>
              </a:spcBef>
              <a:spcAft>
                <a:spcPts val="0"/>
              </a:spcAft>
              <a:buClr>
                <a:schemeClr val="dk2"/>
              </a:buClr>
              <a:buSzPts val="1000"/>
              <a:buNone/>
              <a:defRPr/>
            </a:lvl2pPr>
            <a:lvl3pPr marL="0" marR="0" lvl="2" indent="0" algn="r" rtl="0">
              <a:spcBef>
                <a:spcPts val="0"/>
              </a:spcBef>
              <a:spcAft>
                <a:spcPts val="0"/>
              </a:spcAft>
              <a:buClr>
                <a:schemeClr val="dk2"/>
              </a:buClr>
              <a:buSzPts val="1000"/>
              <a:buNone/>
              <a:defRPr/>
            </a:lvl3pPr>
            <a:lvl4pPr marL="0" marR="0" lvl="3" indent="0" algn="r" rtl="0">
              <a:spcBef>
                <a:spcPts val="0"/>
              </a:spcBef>
              <a:spcAft>
                <a:spcPts val="0"/>
              </a:spcAft>
              <a:buClr>
                <a:schemeClr val="dk2"/>
              </a:buClr>
              <a:buSzPts val="1000"/>
              <a:buNone/>
              <a:defRPr/>
            </a:lvl4pPr>
            <a:lvl5pPr marL="0" marR="0" lvl="4" indent="0" algn="r" rtl="0">
              <a:spcBef>
                <a:spcPts val="0"/>
              </a:spcBef>
              <a:spcAft>
                <a:spcPts val="0"/>
              </a:spcAft>
              <a:buClr>
                <a:schemeClr val="dk2"/>
              </a:buClr>
              <a:buSzPts val="1000"/>
              <a:buNone/>
              <a:defRPr/>
            </a:lvl5pPr>
            <a:lvl6pPr marL="0" marR="0" lvl="5" indent="0" algn="r" rtl="0">
              <a:spcBef>
                <a:spcPts val="0"/>
              </a:spcBef>
              <a:spcAft>
                <a:spcPts val="0"/>
              </a:spcAft>
              <a:buClr>
                <a:schemeClr val="dk2"/>
              </a:buClr>
              <a:buSzPts val="1000"/>
              <a:buNone/>
              <a:defRPr/>
            </a:lvl6pPr>
            <a:lvl7pPr marL="0" marR="0" lvl="6" indent="0" algn="r" rtl="0">
              <a:spcBef>
                <a:spcPts val="0"/>
              </a:spcBef>
              <a:spcAft>
                <a:spcPts val="0"/>
              </a:spcAft>
              <a:buClr>
                <a:schemeClr val="dk2"/>
              </a:buClr>
              <a:buSzPts val="1000"/>
              <a:buNone/>
              <a:defRPr/>
            </a:lvl7pPr>
            <a:lvl8pPr marL="0" marR="0" lvl="7" indent="0" algn="r" rtl="0">
              <a:spcBef>
                <a:spcPts val="0"/>
              </a:spcBef>
              <a:spcAft>
                <a:spcPts val="0"/>
              </a:spcAft>
              <a:buClr>
                <a:schemeClr val="dk2"/>
              </a:buClr>
              <a:buSzPts val="1000"/>
              <a:buNone/>
              <a:defRPr/>
            </a:lvl8pPr>
            <a:lvl9pPr marL="0" marR="0" lvl="8" indent="0" algn="r" rtl="0">
              <a:spcBef>
                <a:spcPts val="0"/>
              </a:spcBef>
              <a:spcAft>
                <a:spcPts val="0"/>
              </a:spcAft>
              <a:buClr>
                <a:schemeClr val="dk2"/>
              </a:buClr>
              <a:buSzPts val="1000"/>
              <a:buNone/>
              <a:defRPr/>
            </a:lvl9pPr>
          </a:lstStyle>
          <a:p>
            <a:pPr marL="0" lvl="0" indent="0" algn="r" rtl="0">
              <a:spcBef>
                <a:spcPts val="0"/>
              </a:spcBef>
              <a:spcAft>
                <a:spcPts val="0"/>
              </a:spcAft>
              <a:buNone/>
            </a:pPr>
            <a:fld id="{00000000-1234-1234-1234-123412341234}" type="slidenum">
              <a:rPr lang="en-US"/>
              <a:t>‹#›</a:t>
            </a:fld>
            <a:endParaRPr sz="1000">
              <a:solidFill>
                <a:schemeClr val="dk2"/>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87"/>
        <p:cNvGrpSpPr/>
        <p:nvPr/>
      </p:nvGrpSpPr>
      <p:grpSpPr>
        <a:xfrm>
          <a:off x="0" y="0"/>
          <a:ext cx="0" cy="0"/>
          <a:chOff x="0" y="0"/>
          <a:chExt cx="0" cy="0"/>
        </a:xfrm>
      </p:grpSpPr>
      <p:sp>
        <p:nvSpPr>
          <p:cNvPr id="188" name="Google Shape;188;p11"/>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rtl="0">
              <a:lnSpc>
                <a:spcPct val="100000"/>
              </a:lnSpc>
              <a:spcBef>
                <a:spcPts val="0"/>
              </a:spcBef>
              <a:spcAft>
                <a:spcPts val="0"/>
              </a:spcAft>
              <a:buSzPts val="1800"/>
              <a:buNone/>
              <a:defRPr/>
            </a:lvl1pPr>
          </a:lstStyle>
          <a:p>
            <a:endParaRPr/>
          </a:p>
        </p:txBody>
      </p:sp>
      <p:sp>
        <p:nvSpPr>
          <p:cNvPr id="189" name="Google Shape;189;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spcBef>
                <a:spcPts val="0"/>
              </a:spcBef>
              <a:spcAft>
                <a:spcPts val="0"/>
              </a:spcAft>
              <a:buClr>
                <a:schemeClr val="dk2"/>
              </a:buClr>
              <a:buSzPts val="1000"/>
              <a:buNone/>
              <a:defRPr/>
            </a:lvl1pPr>
            <a:lvl2pPr marL="0" marR="0" lvl="1" indent="0" algn="r" rtl="0">
              <a:spcBef>
                <a:spcPts val="0"/>
              </a:spcBef>
              <a:spcAft>
                <a:spcPts val="0"/>
              </a:spcAft>
              <a:buClr>
                <a:schemeClr val="dk2"/>
              </a:buClr>
              <a:buSzPts val="1000"/>
              <a:buNone/>
              <a:defRPr/>
            </a:lvl2pPr>
            <a:lvl3pPr marL="0" marR="0" lvl="2" indent="0" algn="r" rtl="0">
              <a:spcBef>
                <a:spcPts val="0"/>
              </a:spcBef>
              <a:spcAft>
                <a:spcPts val="0"/>
              </a:spcAft>
              <a:buClr>
                <a:schemeClr val="dk2"/>
              </a:buClr>
              <a:buSzPts val="1000"/>
              <a:buNone/>
              <a:defRPr/>
            </a:lvl3pPr>
            <a:lvl4pPr marL="0" marR="0" lvl="3" indent="0" algn="r" rtl="0">
              <a:spcBef>
                <a:spcPts val="0"/>
              </a:spcBef>
              <a:spcAft>
                <a:spcPts val="0"/>
              </a:spcAft>
              <a:buClr>
                <a:schemeClr val="dk2"/>
              </a:buClr>
              <a:buSzPts val="1000"/>
              <a:buNone/>
              <a:defRPr/>
            </a:lvl4pPr>
            <a:lvl5pPr marL="0" marR="0" lvl="4" indent="0" algn="r" rtl="0">
              <a:spcBef>
                <a:spcPts val="0"/>
              </a:spcBef>
              <a:spcAft>
                <a:spcPts val="0"/>
              </a:spcAft>
              <a:buClr>
                <a:schemeClr val="dk2"/>
              </a:buClr>
              <a:buSzPts val="1000"/>
              <a:buNone/>
              <a:defRPr/>
            </a:lvl5pPr>
            <a:lvl6pPr marL="0" marR="0" lvl="5" indent="0" algn="r" rtl="0">
              <a:spcBef>
                <a:spcPts val="0"/>
              </a:spcBef>
              <a:spcAft>
                <a:spcPts val="0"/>
              </a:spcAft>
              <a:buClr>
                <a:schemeClr val="dk2"/>
              </a:buClr>
              <a:buSzPts val="1000"/>
              <a:buNone/>
              <a:defRPr/>
            </a:lvl6pPr>
            <a:lvl7pPr marL="0" marR="0" lvl="6" indent="0" algn="r" rtl="0">
              <a:spcBef>
                <a:spcPts val="0"/>
              </a:spcBef>
              <a:spcAft>
                <a:spcPts val="0"/>
              </a:spcAft>
              <a:buClr>
                <a:schemeClr val="dk2"/>
              </a:buClr>
              <a:buSzPts val="1000"/>
              <a:buNone/>
              <a:defRPr/>
            </a:lvl7pPr>
            <a:lvl8pPr marL="0" marR="0" lvl="7" indent="0" algn="r" rtl="0">
              <a:spcBef>
                <a:spcPts val="0"/>
              </a:spcBef>
              <a:spcAft>
                <a:spcPts val="0"/>
              </a:spcAft>
              <a:buClr>
                <a:schemeClr val="dk2"/>
              </a:buClr>
              <a:buSzPts val="1000"/>
              <a:buNone/>
              <a:defRPr/>
            </a:lvl8pPr>
            <a:lvl9pPr marL="0" marR="0" lvl="8" indent="0" algn="r" rtl="0">
              <a:spcBef>
                <a:spcPts val="0"/>
              </a:spcBef>
              <a:spcAft>
                <a:spcPts val="0"/>
              </a:spcAft>
              <a:buClr>
                <a:schemeClr val="dk2"/>
              </a:buClr>
              <a:buSzPts val="1000"/>
              <a:buNone/>
              <a:defRPr/>
            </a:lvl9pPr>
          </a:lstStyle>
          <a:p>
            <a:pPr marL="0" lvl="0" indent="0" algn="r" rtl="0">
              <a:spcBef>
                <a:spcPts val="0"/>
              </a:spcBef>
              <a:spcAft>
                <a:spcPts val="0"/>
              </a:spcAft>
              <a:buNone/>
            </a:pPr>
            <a:fld id="{00000000-1234-1234-1234-123412341234}" type="slidenum">
              <a:rPr lang="en-US"/>
              <a:t>‹#›</a:t>
            </a:fld>
            <a:endParaRPr sz="1000">
              <a:solidFill>
                <a:schemeClr val="dk2"/>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90"/>
        <p:cNvGrpSpPr/>
        <p:nvPr/>
      </p:nvGrpSpPr>
      <p:grpSpPr>
        <a:xfrm>
          <a:off x="0" y="0"/>
          <a:ext cx="0" cy="0"/>
          <a:chOff x="0" y="0"/>
          <a:chExt cx="0" cy="0"/>
        </a:xfrm>
      </p:grpSpPr>
      <p:sp>
        <p:nvSpPr>
          <p:cNvPr id="191" name="Google Shape;191;p12"/>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rtl="0">
              <a:lnSpc>
                <a:spcPct val="100000"/>
              </a:lnSpc>
              <a:spcBef>
                <a:spcPts val="0"/>
              </a:spcBef>
              <a:spcAft>
                <a:spcPts val="0"/>
              </a:spcAft>
              <a:buSzPts val="12000"/>
              <a:buNone/>
              <a:defRPr sz="12000"/>
            </a:lvl1pPr>
            <a:lvl2pPr lvl="1" algn="ctr" rtl="0">
              <a:lnSpc>
                <a:spcPct val="100000"/>
              </a:lnSpc>
              <a:spcBef>
                <a:spcPts val="0"/>
              </a:spcBef>
              <a:spcAft>
                <a:spcPts val="0"/>
              </a:spcAft>
              <a:buSzPts val="12000"/>
              <a:buNone/>
              <a:defRPr sz="12000"/>
            </a:lvl2pPr>
            <a:lvl3pPr lvl="2" algn="ctr" rtl="0">
              <a:lnSpc>
                <a:spcPct val="100000"/>
              </a:lnSpc>
              <a:spcBef>
                <a:spcPts val="0"/>
              </a:spcBef>
              <a:spcAft>
                <a:spcPts val="0"/>
              </a:spcAft>
              <a:buSzPts val="12000"/>
              <a:buNone/>
              <a:defRPr sz="12000"/>
            </a:lvl3pPr>
            <a:lvl4pPr lvl="3" algn="ctr" rtl="0">
              <a:lnSpc>
                <a:spcPct val="100000"/>
              </a:lnSpc>
              <a:spcBef>
                <a:spcPts val="0"/>
              </a:spcBef>
              <a:spcAft>
                <a:spcPts val="0"/>
              </a:spcAft>
              <a:buSzPts val="12000"/>
              <a:buNone/>
              <a:defRPr sz="12000"/>
            </a:lvl4pPr>
            <a:lvl5pPr lvl="4" algn="ctr" rtl="0">
              <a:lnSpc>
                <a:spcPct val="100000"/>
              </a:lnSpc>
              <a:spcBef>
                <a:spcPts val="0"/>
              </a:spcBef>
              <a:spcAft>
                <a:spcPts val="0"/>
              </a:spcAft>
              <a:buSzPts val="12000"/>
              <a:buNone/>
              <a:defRPr sz="12000"/>
            </a:lvl5pPr>
            <a:lvl6pPr lvl="5" algn="ctr" rtl="0">
              <a:lnSpc>
                <a:spcPct val="100000"/>
              </a:lnSpc>
              <a:spcBef>
                <a:spcPts val="0"/>
              </a:spcBef>
              <a:spcAft>
                <a:spcPts val="0"/>
              </a:spcAft>
              <a:buSzPts val="12000"/>
              <a:buNone/>
              <a:defRPr sz="12000"/>
            </a:lvl6pPr>
            <a:lvl7pPr lvl="6" algn="ctr" rtl="0">
              <a:lnSpc>
                <a:spcPct val="100000"/>
              </a:lnSpc>
              <a:spcBef>
                <a:spcPts val="0"/>
              </a:spcBef>
              <a:spcAft>
                <a:spcPts val="0"/>
              </a:spcAft>
              <a:buSzPts val="12000"/>
              <a:buNone/>
              <a:defRPr sz="12000"/>
            </a:lvl7pPr>
            <a:lvl8pPr lvl="7" algn="ctr" rtl="0">
              <a:lnSpc>
                <a:spcPct val="100000"/>
              </a:lnSpc>
              <a:spcBef>
                <a:spcPts val="0"/>
              </a:spcBef>
              <a:spcAft>
                <a:spcPts val="0"/>
              </a:spcAft>
              <a:buSzPts val="12000"/>
              <a:buNone/>
              <a:defRPr sz="12000"/>
            </a:lvl8pPr>
            <a:lvl9pPr lvl="8" algn="ctr" rtl="0">
              <a:lnSpc>
                <a:spcPct val="100000"/>
              </a:lnSpc>
              <a:spcBef>
                <a:spcPts val="0"/>
              </a:spcBef>
              <a:spcAft>
                <a:spcPts val="0"/>
              </a:spcAft>
              <a:buSzPts val="12000"/>
              <a:buNone/>
              <a:defRPr sz="12000"/>
            </a:lvl9pPr>
          </a:lstStyle>
          <a:p>
            <a:r>
              <a:t>xx%</a:t>
            </a:r>
          </a:p>
        </p:txBody>
      </p:sp>
      <p:sp>
        <p:nvSpPr>
          <p:cNvPr id="192" name="Google Shape;192;p12"/>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rtl="0">
              <a:lnSpc>
                <a:spcPct val="115000"/>
              </a:lnSpc>
              <a:spcBef>
                <a:spcPts val="0"/>
              </a:spcBef>
              <a:spcAft>
                <a:spcPts val="0"/>
              </a:spcAft>
              <a:buSzPts val="1800"/>
              <a:buChar char="●"/>
              <a:defRPr/>
            </a:lvl1pPr>
            <a:lvl2pPr marL="914400" lvl="1" indent="-317500" algn="ctr" rtl="0">
              <a:lnSpc>
                <a:spcPct val="115000"/>
              </a:lnSpc>
              <a:spcBef>
                <a:spcPts val="0"/>
              </a:spcBef>
              <a:spcAft>
                <a:spcPts val="0"/>
              </a:spcAft>
              <a:buSzPts val="1400"/>
              <a:buChar char="○"/>
              <a:defRPr/>
            </a:lvl2pPr>
            <a:lvl3pPr marL="1371600" lvl="2" indent="-317500" algn="ctr" rtl="0">
              <a:lnSpc>
                <a:spcPct val="115000"/>
              </a:lnSpc>
              <a:spcBef>
                <a:spcPts val="0"/>
              </a:spcBef>
              <a:spcAft>
                <a:spcPts val="0"/>
              </a:spcAft>
              <a:buSzPts val="1400"/>
              <a:buChar char="■"/>
              <a:defRPr/>
            </a:lvl3pPr>
            <a:lvl4pPr marL="1828800" lvl="3" indent="-317500" algn="ctr" rtl="0">
              <a:lnSpc>
                <a:spcPct val="115000"/>
              </a:lnSpc>
              <a:spcBef>
                <a:spcPts val="0"/>
              </a:spcBef>
              <a:spcAft>
                <a:spcPts val="0"/>
              </a:spcAft>
              <a:buSzPts val="1400"/>
              <a:buChar char="●"/>
              <a:defRPr/>
            </a:lvl4pPr>
            <a:lvl5pPr marL="2286000" lvl="4" indent="-317500" algn="ctr" rtl="0">
              <a:lnSpc>
                <a:spcPct val="115000"/>
              </a:lnSpc>
              <a:spcBef>
                <a:spcPts val="0"/>
              </a:spcBef>
              <a:spcAft>
                <a:spcPts val="0"/>
              </a:spcAft>
              <a:buSzPts val="1400"/>
              <a:buChar char="○"/>
              <a:defRPr/>
            </a:lvl5pPr>
            <a:lvl6pPr marL="2743200" lvl="5" indent="-317500" algn="ctr" rtl="0">
              <a:lnSpc>
                <a:spcPct val="115000"/>
              </a:lnSpc>
              <a:spcBef>
                <a:spcPts val="0"/>
              </a:spcBef>
              <a:spcAft>
                <a:spcPts val="0"/>
              </a:spcAft>
              <a:buSzPts val="1400"/>
              <a:buChar char="■"/>
              <a:defRPr/>
            </a:lvl6pPr>
            <a:lvl7pPr marL="3200400" lvl="6" indent="-317500" algn="ctr" rtl="0">
              <a:lnSpc>
                <a:spcPct val="115000"/>
              </a:lnSpc>
              <a:spcBef>
                <a:spcPts val="0"/>
              </a:spcBef>
              <a:spcAft>
                <a:spcPts val="0"/>
              </a:spcAft>
              <a:buSzPts val="1400"/>
              <a:buChar char="●"/>
              <a:defRPr/>
            </a:lvl7pPr>
            <a:lvl8pPr marL="3657600" lvl="7" indent="-317500" algn="ctr" rtl="0">
              <a:lnSpc>
                <a:spcPct val="115000"/>
              </a:lnSpc>
              <a:spcBef>
                <a:spcPts val="0"/>
              </a:spcBef>
              <a:spcAft>
                <a:spcPts val="0"/>
              </a:spcAft>
              <a:buSzPts val="1400"/>
              <a:buChar char="○"/>
              <a:defRPr/>
            </a:lvl8pPr>
            <a:lvl9pPr marL="4114800" lvl="8" indent="-317500" algn="ctr" rtl="0">
              <a:lnSpc>
                <a:spcPct val="115000"/>
              </a:lnSpc>
              <a:spcBef>
                <a:spcPts val="0"/>
              </a:spcBef>
              <a:spcAft>
                <a:spcPts val="0"/>
              </a:spcAft>
              <a:buSzPts val="1400"/>
              <a:buChar char="■"/>
              <a:defRPr/>
            </a:lvl9pPr>
          </a:lstStyle>
          <a:p>
            <a:endParaRPr/>
          </a:p>
        </p:txBody>
      </p:sp>
      <p:sp>
        <p:nvSpPr>
          <p:cNvPr id="193" name="Google Shape;193;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spcBef>
                <a:spcPts val="0"/>
              </a:spcBef>
              <a:spcAft>
                <a:spcPts val="0"/>
              </a:spcAft>
              <a:buClr>
                <a:schemeClr val="dk2"/>
              </a:buClr>
              <a:buSzPts val="1000"/>
              <a:buNone/>
              <a:defRPr/>
            </a:lvl1pPr>
            <a:lvl2pPr marL="0" marR="0" lvl="1" indent="0" algn="r" rtl="0">
              <a:spcBef>
                <a:spcPts val="0"/>
              </a:spcBef>
              <a:spcAft>
                <a:spcPts val="0"/>
              </a:spcAft>
              <a:buClr>
                <a:schemeClr val="dk2"/>
              </a:buClr>
              <a:buSzPts val="1000"/>
              <a:buNone/>
              <a:defRPr/>
            </a:lvl2pPr>
            <a:lvl3pPr marL="0" marR="0" lvl="2" indent="0" algn="r" rtl="0">
              <a:spcBef>
                <a:spcPts val="0"/>
              </a:spcBef>
              <a:spcAft>
                <a:spcPts val="0"/>
              </a:spcAft>
              <a:buClr>
                <a:schemeClr val="dk2"/>
              </a:buClr>
              <a:buSzPts val="1000"/>
              <a:buNone/>
              <a:defRPr/>
            </a:lvl3pPr>
            <a:lvl4pPr marL="0" marR="0" lvl="3" indent="0" algn="r" rtl="0">
              <a:spcBef>
                <a:spcPts val="0"/>
              </a:spcBef>
              <a:spcAft>
                <a:spcPts val="0"/>
              </a:spcAft>
              <a:buClr>
                <a:schemeClr val="dk2"/>
              </a:buClr>
              <a:buSzPts val="1000"/>
              <a:buNone/>
              <a:defRPr/>
            </a:lvl4pPr>
            <a:lvl5pPr marL="0" marR="0" lvl="4" indent="0" algn="r" rtl="0">
              <a:spcBef>
                <a:spcPts val="0"/>
              </a:spcBef>
              <a:spcAft>
                <a:spcPts val="0"/>
              </a:spcAft>
              <a:buClr>
                <a:schemeClr val="dk2"/>
              </a:buClr>
              <a:buSzPts val="1000"/>
              <a:buNone/>
              <a:defRPr/>
            </a:lvl5pPr>
            <a:lvl6pPr marL="0" marR="0" lvl="5" indent="0" algn="r" rtl="0">
              <a:spcBef>
                <a:spcPts val="0"/>
              </a:spcBef>
              <a:spcAft>
                <a:spcPts val="0"/>
              </a:spcAft>
              <a:buClr>
                <a:schemeClr val="dk2"/>
              </a:buClr>
              <a:buSzPts val="1000"/>
              <a:buNone/>
              <a:defRPr/>
            </a:lvl6pPr>
            <a:lvl7pPr marL="0" marR="0" lvl="6" indent="0" algn="r" rtl="0">
              <a:spcBef>
                <a:spcPts val="0"/>
              </a:spcBef>
              <a:spcAft>
                <a:spcPts val="0"/>
              </a:spcAft>
              <a:buClr>
                <a:schemeClr val="dk2"/>
              </a:buClr>
              <a:buSzPts val="1000"/>
              <a:buNone/>
              <a:defRPr/>
            </a:lvl7pPr>
            <a:lvl8pPr marL="0" marR="0" lvl="7" indent="0" algn="r" rtl="0">
              <a:spcBef>
                <a:spcPts val="0"/>
              </a:spcBef>
              <a:spcAft>
                <a:spcPts val="0"/>
              </a:spcAft>
              <a:buClr>
                <a:schemeClr val="dk2"/>
              </a:buClr>
              <a:buSzPts val="1000"/>
              <a:buNone/>
              <a:defRPr/>
            </a:lvl8pPr>
            <a:lvl9pPr marL="0" marR="0" lvl="8" indent="0" algn="r" rtl="0">
              <a:spcBef>
                <a:spcPts val="0"/>
              </a:spcBef>
              <a:spcAft>
                <a:spcPts val="0"/>
              </a:spcAft>
              <a:buClr>
                <a:schemeClr val="dk2"/>
              </a:buClr>
              <a:buSzPts val="1000"/>
              <a:buNone/>
              <a:defRPr/>
            </a:lvl9pPr>
          </a:lstStyle>
          <a:p>
            <a:pPr marL="0" lvl="0" indent="0" algn="r" rtl="0">
              <a:spcBef>
                <a:spcPts val="0"/>
              </a:spcBef>
              <a:spcAft>
                <a:spcPts val="0"/>
              </a:spcAft>
              <a:buNone/>
            </a:pPr>
            <a:fld id="{00000000-1234-1234-1234-123412341234}" type="slidenum">
              <a:rPr lang="en-US"/>
              <a:t>‹#›</a:t>
            </a:fld>
            <a:endParaRPr sz="1000">
              <a:solidFill>
                <a:schemeClr val="dk2"/>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49"/>
        <p:cNvGrpSpPr/>
        <p:nvPr/>
      </p:nvGrpSpPr>
      <p:grpSpPr>
        <a:xfrm>
          <a:off x="0" y="0"/>
          <a:ext cx="0" cy="0"/>
          <a:chOff x="0" y="0"/>
          <a:chExt cx="0" cy="0"/>
        </a:xfrm>
      </p:grpSpPr>
      <p:sp>
        <p:nvSpPr>
          <p:cNvPr id="150" name="Google Shape;150;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151" name="Google Shape;151;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152" name="Google Shape;152;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spcBef>
                <a:spcPts val="0"/>
              </a:spcBef>
              <a:spcAft>
                <a:spcPts val="0"/>
              </a:spcAft>
              <a:buClr>
                <a:schemeClr val="dk2"/>
              </a:buClr>
              <a:buSzPts val="1000"/>
              <a:buFont typeface="Arial"/>
              <a:buNone/>
              <a:defRPr sz="1000">
                <a:solidFill>
                  <a:schemeClr val="dk2"/>
                </a:solidFill>
              </a:defRPr>
            </a:lvl1pPr>
            <a:lvl2pPr marL="0" marR="0" lvl="1" indent="0" algn="r" rtl="0">
              <a:spcBef>
                <a:spcPts val="0"/>
              </a:spcBef>
              <a:spcAft>
                <a:spcPts val="0"/>
              </a:spcAft>
              <a:buClr>
                <a:schemeClr val="dk2"/>
              </a:buClr>
              <a:buSzPts val="1000"/>
              <a:buFont typeface="Arial"/>
              <a:buNone/>
              <a:defRPr sz="1000">
                <a:solidFill>
                  <a:schemeClr val="dk2"/>
                </a:solidFill>
              </a:defRPr>
            </a:lvl2pPr>
            <a:lvl3pPr marL="0" marR="0" lvl="2" indent="0" algn="r" rtl="0">
              <a:spcBef>
                <a:spcPts val="0"/>
              </a:spcBef>
              <a:spcAft>
                <a:spcPts val="0"/>
              </a:spcAft>
              <a:buClr>
                <a:schemeClr val="dk2"/>
              </a:buClr>
              <a:buSzPts val="1000"/>
              <a:buFont typeface="Arial"/>
              <a:buNone/>
              <a:defRPr sz="1000">
                <a:solidFill>
                  <a:schemeClr val="dk2"/>
                </a:solidFill>
              </a:defRPr>
            </a:lvl3pPr>
            <a:lvl4pPr marL="0" marR="0" lvl="3" indent="0" algn="r" rtl="0">
              <a:spcBef>
                <a:spcPts val="0"/>
              </a:spcBef>
              <a:spcAft>
                <a:spcPts val="0"/>
              </a:spcAft>
              <a:buClr>
                <a:schemeClr val="dk2"/>
              </a:buClr>
              <a:buSzPts val="1000"/>
              <a:buFont typeface="Arial"/>
              <a:buNone/>
              <a:defRPr sz="1000">
                <a:solidFill>
                  <a:schemeClr val="dk2"/>
                </a:solidFill>
              </a:defRPr>
            </a:lvl4pPr>
            <a:lvl5pPr marL="0" marR="0" lvl="4" indent="0" algn="r" rtl="0">
              <a:spcBef>
                <a:spcPts val="0"/>
              </a:spcBef>
              <a:spcAft>
                <a:spcPts val="0"/>
              </a:spcAft>
              <a:buClr>
                <a:schemeClr val="dk2"/>
              </a:buClr>
              <a:buSzPts val="1000"/>
              <a:buFont typeface="Arial"/>
              <a:buNone/>
              <a:defRPr sz="1000">
                <a:solidFill>
                  <a:schemeClr val="dk2"/>
                </a:solidFill>
              </a:defRPr>
            </a:lvl5pPr>
            <a:lvl6pPr marL="0" marR="0" lvl="5" indent="0" algn="r" rtl="0">
              <a:spcBef>
                <a:spcPts val="0"/>
              </a:spcBef>
              <a:spcAft>
                <a:spcPts val="0"/>
              </a:spcAft>
              <a:buClr>
                <a:schemeClr val="dk2"/>
              </a:buClr>
              <a:buSzPts val="1000"/>
              <a:buFont typeface="Arial"/>
              <a:buNone/>
              <a:defRPr sz="1000">
                <a:solidFill>
                  <a:schemeClr val="dk2"/>
                </a:solidFill>
              </a:defRPr>
            </a:lvl6pPr>
            <a:lvl7pPr marL="0" marR="0" lvl="6" indent="0" algn="r" rtl="0">
              <a:spcBef>
                <a:spcPts val="0"/>
              </a:spcBef>
              <a:spcAft>
                <a:spcPts val="0"/>
              </a:spcAft>
              <a:buClr>
                <a:schemeClr val="dk2"/>
              </a:buClr>
              <a:buSzPts val="1000"/>
              <a:buFont typeface="Arial"/>
              <a:buNone/>
              <a:defRPr sz="1000">
                <a:solidFill>
                  <a:schemeClr val="dk2"/>
                </a:solidFill>
              </a:defRPr>
            </a:lvl7pPr>
            <a:lvl8pPr marL="0" marR="0" lvl="7" indent="0" algn="r" rtl="0">
              <a:spcBef>
                <a:spcPts val="0"/>
              </a:spcBef>
              <a:spcAft>
                <a:spcPts val="0"/>
              </a:spcAft>
              <a:buClr>
                <a:schemeClr val="dk2"/>
              </a:buClr>
              <a:buSzPts val="1000"/>
              <a:buFont typeface="Arial"/>
              <a:buNone/>
              <a:defRPr sz="1000">
                <a:solidFill>
                  <a:schemeClr val="dk2"/>
                </a:solidFill>
              </a:defRPr>
            </a:lvl8pPr>
            <a:lvl9pPr marL="0" marR="0" lvl="8" indent="0" algn="r" rtl="0">
              <a:spcBef>
                <a:spcPts val="0"/>
              </a:spcBef>
              <a:spcAft>
                <a:spcPts val="0"/>
              </a:spcAft>
              <a:buClr>
                <a:schemeClr val="dk2"/>
              </a:buClr>
              <a:buSzPts val="1000"/>
              <a:buFont typeface="Arial"/>
              <a:buNone/>
              <a:defRPr sz="1000">
                <a:solidFill>
                  <a:schemeClr val="dk2"/>
                </a:solidFil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hyperlink" Target="https://www.linkedin.com/in/12av21"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hyperlink" Target="https://12av21.github.io/qoutationai" TargetMode="External"/><Relationship Id="rId5" Type="http://schemas.openxmlformats.org/officeDocument/2006/relationships/hyperlink" Target="https://www.github.com/12av21/qoutationai" TargetMode="External"/><Relationship Id="rId4" Type="http://schemas.openxmlformats.org/officeDocument/2006/relationships/hyperlink" Target="https://www.12av21.github.io/qoutationai"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pic>
        <p:nvPicPr>
          <p:cNvPr id="199" name="Google Shape;199;p13"/>
          <p:cNvPicPr preferRelativeResize="0"/>
          <p:nvPr/>
        </p:nvPicPr>
        <p:blipFill rotWithShape="1">
          <a:blip r:embed="rId3">
            <a:alphaModFix/>
          </a:blip>
          <a:srcRect/>
          <a:stretch/>
        </p:blipFill>
        <p:spPr>
          <a:xfrm>
            <a:off x="0" y="0"/>
            <a:ext cx="9143992" cy="514350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pic>
        <p:nvPicPr>
          <p:cNvPr id="205" name="Google Shape;205;p14"/>
          <p:cNvPicPr preferRelativeResize="0"/>
          <p:nvPr/>
        </p:nvPicPr>
        <p:blipFill rotWithShape="1">
          <a:blip r:embed="rId3">
            <a:alphaModFix/>
          </a:blip>
          <a:srcRect/>
          <a:stretch/>
        </p:blipFill>
        <p:spPr>
          <a:xfrm>
            <a:off x="0" y="0"/>
            <a:ext cx="9143992" cy="5143501"/>
          </a:xfrm>
          <a:prstGeom prst="rect">
            <a:avLst/>
          </a:prstGeom>
          <a:noFill/>
          <a:ln>
            <a:noFill/>
          </a:ln>
        </p:spPr>
      </p:pic>
      <p:sp>
        <p:nvSpPr>
          <p:cNvPr id="206" name="Google Shape;206;p14"/>
          <p:cNvSpPr/>
          <p:nvPr/>
        </p:nvSpPr>
        <p:spPr>
          <a:xfrm>
            <a:off x="313450" y="1364699"/>
            <a:ext cx="8466115" cy="3286813"/>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Clr>
                <a:schemeClr val="accent2"/>
              </a:buClr>
              <a:buSzPts val="1000"/>
              <a:buFont typeface="Manrope"/>
              <a:buNone/>
            </a:pPr>
            <a:r>
              <a:rPr lang="en-US" sz="1200" b="1" dirty="0">
                <a:solidFill>
                  <a:schemeClr val="accent2"/>
                </a:solidFill>
                <a:latin typeface="Times New Roman" panose="02020603050405020304" pitchFamily="18" charset="0"/>
                <a:ea typeface="Manrope"/>
                <a:cs typeface="Times New Roman" panose="02020603050405020304" pitchFamily="18" charset="0"/>
                <a:sym typeface="Manrope"/>
              </a:rPr>
              <a:t>ONE-LINE PITCH</a:t>
            </a:r>
            <a:endParaRPr sz="1200" b="1" dirty="0">
              <a:solidFill>
                <a:schemeClr val="accent2"/>
              </a:solidFill>
              <a:latin typeface="Times New Roman" panose="02020603050405020304" pitchFamily="18" charset="0"/>
              <a:ea typeface="Manrope"/>
              <a:cs typeface="Times New Roman" panose="02020603050405020304" pitchFamily="18" charset="0"/>
              <a:sym typeface="Manrope"/>
            </a:endParaRPr>
          </a:p>
          <a:p>
            <a:pPr marL="0" marR="0" lvl="0" indent="0" algn="l" rtl="0">
              <a:spcBef>
                <a:spcPts val="0"/>
              </a:spcBef>
              <a:spcAft>
                <a:spcPts val="0"/>
              </a:spcAft>
              <a:buSzPts val="1800"/>
              <a:buFont typeface="Arial"/>
              <a:buNone/>
            </a:pPr>
            <a:r>
              <a:rPr lang="en-US" sz="1200" dirty="0" err="1">
                <a:latin typeface="Times New Roman" panose="02020603050405020304" pitchFamily="18" charset="0"/>
                <a:cs typeface="Times New Roman" panose="02020603050405020304" pitchFamily="18" charset="0"/>
              </a:rPr>
              <a:t>QuotePilot</a:t>
            </a:r>
            <a:r>
              <a:rPr lang="en-US" sz="1200" dirty="0">
                <a:latin typeface="Times New Roman" panose="02020603050405020304" pitchFamily="18" charset="0"/>
                <a:cs typeface="Times New Roman" panose="02020603050405020304" pitchFamily="18" charset="0"/>
              </a:rPr>
              <a:t> AI converts complex B2B RFQs into accurate, commercially safe, human-approved quotations - in minutes instead of hours.</a:t>
            </a:r>
          </a:p>
          <a:p>
            <a:pPr marL="0" marR="0" lvl="0" indent="0" algn="l" rtl="0">
              <a:spcBef>
                <a:spcPts val="0"/>
              </a:spcBef>
              <a:spcAft>
                <a:spcPts val="0"/>
              </a:spcAft>
              <a:buSzPts val="1800"/>
              <a:buFont typeface="Arial"/>
              <a:buNone/>
            </a:pPr>
            <a:endParaRPr sz="1200" dirty="0">
              <a:solidFill>
                <a:schemeClr val="accent2"/>
              </a:solidFill>
              <a:latin typeface="Times New Roman" panose="02020603050405020304" pitchFamily="18" charset="0"/>
              <a:ea typeface="Manrope"/>
              <a:cs typeface="Times New Roman" panose="02020603050405020304" pitchFamily="18" charset="0"/>
              <a:sym typeface="Manrope"/>
            </a:endParaRPr>
          </a:p>
          <a:p>
            <a:pPr marL="0" marR="0" lvl="0" indent="0" algn="l" rtl="0">
              <a:spcBef>
                <a:spcPts val="0"/>
              </a:spcBef>
              <a:spcAft>
                <a:spcPts val="0"/>
              </a:spcAft>
              <a:buClr>
                <a:schemeClr val="accent2"/>
              </a:buClr>
              <a:buSzPts val="1000"/>
              <a:buFont typeface="Manrope"/>
              <a:buNone/>
            </a:pPr>
            <a:r>
              <a:rPr lang="en-US" sz="1200" b="1" dirty="0">
                <a:solidFill>
                  <a:schemeClr val="accent2"/>
                </a:solidFill>
                <a:latin typeface="Times New Roman" panose="02020603050405020304" pitchFamily="18" charset="0"/>
                <a:ea typeface="Manrope"/>
                <a:cs typeface="Times New Roman" panose="02020603050405020304" pitchFamily="18" charset="0"/>
                <a:sym typeface="Manrope"/>
              </a:rPr>
              <a:t>TRACK &amp; BEACHHEAD</a:t>
            </a:r>
            <a:endParaRPr sz="1200" b="1" dirty="0">
              <a:solidFill>
                <a:schemeClr val="accent2"/>
              </a:solidFill>
              <a:latin typeface="Times New Roman" panose="02020603050405020304" pitchFamily="18" charset="0"/>
              <a:ea typeface="Manrope"/>
              <a:cs typeface="Times New Roman" panose="02020603050405020304" pitchFamily="18" charset="0"/>
              <a:sym typeface="Manrope"/>
            </a:endParaRPr>
          </a:p>
          <a:p>
            <a:pPr marL="0" marR="0" lvl="0" indent="0" algn="l" rtl="0">
              <a:spcBef>
                <a:spcPts val="0"/>
              </a:spcBef>
              <a:spcAft>
                <a:spcPts val="0"/>
              </a:spcAft>
              <a:buSzPts val="1800"/>
              <a:buFont typeface="Arial"/>
              <a:buNone/>
            </a:pPr>
            <a:r>
              <a:rPr lang="en-US" sz="1200" dirty="0">
                <a:latin typeface="Times New Roman" panose="02020603050405020304" pitchFamily="18" charset="0"/>
                <a:cs typeface="Times New Roman" panose="02020603050405020304" pitchFamily="18" charset="0"/>
              </a:rPr>
              <a:t>Sales Automation AI Agents | Industrial automation suppliers, engineering distributors and SME manufacturers.</a:t>
            </a:r>
            <a:endParaRPr sz="1200" dirty="0">
              <a:solidFill>
                <a:schemeClr val="accent2"/>
              </a:solidFill>
              <a:latin typeface="Times New Roman" panose="02020603050405020304" pitchFamily="18" charset="0"/>
              <a:ea typeface="Manrope"/>
              <a:cs typeface="Times New Roman" panose="02020603050405020304" pitchFamily="18" charset="0"/>
              <a:sym typeface="Manrope"/>
            </a:endParaRPr>
          </a:p>
          <a:p>
            <a:pPr marL="165100" marR="0" lvl="0" algn="l" rtl="0">
              <a:spcBef>
                <a:spcPts val="0"/>
              </a:spcBef>
              <a:spcAft>
                <a:spcPts val="0"/>
              </a:spcAft>
              <a:buClr>
                <a:schemeClr val="accent2"/>
              </a:buClr>
              <a:buSzPts val="1000"/>
            </a:pPr>
            <a:r>
              <a:rPr lang="en-US" sz="1200" b="1" dirty="0">
                <a:solidFill>
                  <a:schemeClr val="accent2"/>
                </a:solidFill>
                <a:latin typeface="Times New Roman" panose="02020603050405020304" pitchFamily="18" charset="0"/>
                <a:ea typeface="Manrope"/>
                <a:cs typeface="Times New Roman" panose="02020603050405020304" pitchFamily="18" charset="0"/>
                <a:sym typeface="Manrope"/>
              </a:rPr>
              <a:t>THE PAIN</a:t>
            </a:r>
            <a:endParaRPr sz="1200" b="1" dirty="0">
              <a:solidFill>
                <a:schemeClr val="accent2"/>
              </a:solidFill>
              <a:latin typeface="Times New Roman" panose="02020603050405020304" pitchFamily="18" charset="0"/>
              <a:ea typeface="Manrope"/>
              <a:cs typeface="Times New Roman" panose="02020603050405020304" pitchFamily="18" charset="0"/>
              <a:sym typeface="Manrope"/>
            </a:endParaRPr>
          </a:p>
          <a:p>
            <a:pPr marL="457200" marR="0" lvl="0" indent="-292100" algn="l" rtl="0">
              <a:spcBef>
                <a:spcPts val="0"/>
              </a:spcBef>
              <a:spcAft>
                <a:spcPts val="0"/>
              </a:spcAft>
              <a:buClr>
                <a:schemeClr val="accent2"/>
              </a:buClr>
              <a:buSzPts val="1000"/>
              <a:buFont typeface="Manrope"/>
              <a:buChar char="●"/>
            </a:pPr>
            <a:r>
              <a:rPr lang="en-US" sz="1200" dirty="0">
                <a:solidFill>
                  <a:schemeClr val="accent2"/>
                </a:solidFill>
                <a:latin typeface="Times New Roman" panose="02020603050405020304" pitchFamily="18" charset="0"/>
                <a:ea typeface="Manrope"/>
                <a:cs typeface="Times New Roman" panose="02020603050405020304" pitchFamily="18" charset="0"/>
                <a:sym typeface="Manrope"/>
              </a:rPr>
              <a:t>RFQs arrive through email, PDF, Excel and WhatsApp. Teams manually extract specifications, search catalogues, check stock, calculate price and margin, prepare a quote and remember follow-ups. Slow or inaccurate responses lose revenue.</a:t>
            </a:r>
            <a:endParaRPr sz="1200" dirty="0">
              <a:solidFill>
                <a:schemeClr val="accent2"/>
              </a:solidFill>
              <a:latin typeface="Times New Roman" panose="02020603050405020304" pitchFamily="18" charset="0"/>
              <a:ea typeface="Manrope"/>
              <a:cs typeface="Times New Roman" panose="02020603050405020304" pitchFamily="18" charset="0"/>
              <a:sym typeface="Manrope"/>
            </a:endParaRPr>
          </a:p>
          <a:p>
            <a:pPr marL="165100" marR="0" lvl="0" algn="l" rtl="0">
              <a:spcBef>
                <a:spcPts val="0"/>
              </a:spcBef>
              <a:spcAft>
                <a:spcPts val="0"/>
              </a:spcAft>
              <a:buClr>
                <a:schemeClr val="accent2"/>
              </a:buClr>
              <a:buSzPts val="1000"/>
            </a:pPr>
            <a:r>
              <a:rPr lang="en-US" sz="1200" b="1" dirty="0">
                <a:solidFill>
                  <a:schemeClr val="accent2"/>
                </a:solidFill>
                <a:latin typeface="Times New Roman" panose="02020603050405020304" pitchFamily="18" charset="0"/>
                <a:ea typeface="Manrope"/>
                <a:cs typeface="Times New Roman" panose="02020603050405020304" pitchFamily="18" charset="0"/>
                <a:sym typeface="Manrope"/>
              </a:rPr>
              <a:t>THE PRODUCT</a:t>
            </a:r>
            <a:endParaRPr sz="1200" b="1" dirty="0">
              <a:solidFill>
                <a:schemeClr val="accent2"/>
              </a:solidFill>
              <a:latin typeface="Times New Roman" panose="02020603050405020304" pitchFamily="18" charset="0"/>
              <a:ea typeface="Manrope"/>
              <a:cs typeface="Times New Roman" panose="02020603050405020304" pitchFamily="18" charset="0"/>
              <a:sym typeface="Manrope"/>
            </a:endParaRPr>
          </a:p>
          <a:p>
            <a:pPr marL="457200" marR="0" lvl="0" indent="-292100" algn="l" rtl="0">
              <a:spcBef>
                <a:spcPts val="0"/>
              </a:spcBef>
              <a:spcAft>
                <a:spcPts val="0"/>
              </a:spcAft>
              <a:buClr>
                <a:schemeClr val="accent2"/>
              </a:buClr>
              <a:buSzPts val="1000"/>
              <a:buFont typeface="Manrope"/>
              <a:buChar char="●"/>
            </a:pPr>
            <a:r>
              <a:rPr lang="en-US" sz="1200" dirty="0">
                <a:solidFill>
                  <a:schemeClr val="accent2"/>
                </a:solidFill>
                <a:latin typeface="Times New Roman" panose="02020603050405020304" pitchFamily="18" charset="0"/>
                <a:ea typeface="Manrope"/>
                <a:cs typeface="Times New Roman" panose="02020603050405020304" pitchFamily="18" charset="0"/>
                <a:sym typeface="Manrope"/>
              </a:rPr>
              <a:t>A governed multi-agent workflow: ingest RFQ -&gt; extract requirements -&gt; match products -&gt; flag missing details -&gt; verify price, stock, lead time and margin -&gt; generate PDF quote -&gt; salesperson approves -&gt; follow-up is scheduled.</a:t>
            </a:r>
            <a:endParaRPr sz="1200" dirty="0">
              <a:solidFill>
                <a:schemeClr val="accent2"/>
              </a:solidFill>
              <a:latin typeface="Times New Roman" panose="02020603050405020304" pitchFamily="18" charset="0"/>
              <a:ea typeface="Manrope"/>
              <a:cs typeface="Times New Roman" panose="02020603050405020304" pitchFamily="18" charset="0"/>
              <a:sym typeface="Manrope"/>
            </a:endParaRPr>
          </a:p>
          <a:p>
            <a:pPr marL="165100" marR="0" lvl="0" algn="l" rtl="0">
              <a:spcBef>
                <a:spcPts val="0"/>
              </a:spcBef>
              <a:spcAft>
                <a:spcPts val="0"/>
              </a:spcAft>
              <a:buClr>
                <a:schemeClr val="accent2"/>
              </a:buClr>
              <a:buSzPts val="1000"/>
            </a:pPr>
            <a:r>
              <a:rPr lang="en-US" sz="1200" b="1" dirty="0">
                <a:solidFill>
                  <a:schemeClr val="accent2"/>
                </a:solidFill>
                <a:latin typeface="Times New Roman" panose="02020603050405020304" pitchFamily="18" charset="0"/>
                <a:ea typeface="Manrope"/>
                <a:cs typeface="Times New Roman" panose="02020603050405020304" pitchFamily="18" charset="0"/>
                <a:sym typeface="Manrope"/>
              </a:rPr>
              <a:t>MVP NORTH STAR</a:t>
            </a:r>
            <a:endParaRPr sz="1200" b="1" dirty="0">
              <a:solidFill>
                <a:schemeClr val="accent2"/>
              </a:solidFill>
              <a:latin typeface="Times New Roman" panose="02020603050405020304" pitchFamily="18" charset="0"/>
              <a:ea typeface="Manrope"/>
              <a:cs typeface="Times New Roman" panose="02020603050405020304" pitchFamily="18" charset="0"/>
              <a:sym typeface="Manrope"/>
            </a:endParaRPr>
          </a:p>
          <a:p>
            <a:pPr marL="457200" marR="0" lvl="0" indent="-292100" algn="l" rtl="0">
              <a:spcBef>
                <a:spcPts val="0"/>
              </a:spcBef>
              <a:spcAft>
                <a:spcPts val="0"/>
              </a:spcAft>
              <a:buClr>
                <a:schemeClr val="accent2"/>
              </a:buClr>
              <a:buSzPts val="1000"/>
              <a:buFont typeface="Manrope"/>
              <a:buChar char="●"/>
            </a:pPr>
            <a:r>
              <a:rPr lang="en-US" sz="1200" dirty="0">
                <a:solidFill>
                  <a:schemeClr val="accent2"/>
                </a:solidFill>
                <a:latin typeface="Times New Roman" panose="02020603050405020304" pitchFamily="18" charset="0"/>
                <a:ea typeface="Manrope"/>
                <a:cs typeface="Times New Roman" panose="02020603050405020304" pitchFamily="18" charset="0"/>
                <a:sym typeface="Manrope"/>
              </a:rPr>
              <a:t>Reduce quote turnaround time while maintaining specification accuracy, margin controls and complete auditability.</a:t>
            </a:r>
            <a:endParaRPr sz="1200" dirty="0">
              <a:solidFill>
                <a:schemeClr val="accent2"/>
              </a:solidFill>
              <a:latin typeface="Times New Roman" panose="02020603050405020304" pitchFamily="18" charset="0"/>
              <a:ea typeface="Manrope"/>
              <a:cs typeface="Times New Roman" panose="02020603050405020304" pitchFamily="18" charset="0"/>
              <a:sym typeface="Manrope"/>
            </a:endParaRPr>
          </a:p>
        </p:txBody>
      </p:sp>
      <p:sp>
        <p:nvSpPr>
          <p:cNvPr id="207" name="Google Shape;207;p14"/>
          <p:cNvSpPr/>
          <p:nvPr/>
        </p:nvSpPr>
        <p:spPr>
          <a:xfrm>
            <a:off x="304350" y="700000"/>
            <a:ext cx="5153700" cy="5073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Clr>
                <a:schemeClr val="dk1"/>
              </a:buClr>
              <a:buSzPts val="1800"/>
              <a:buFont typeface="Arial"/>
              <a:buNone/>
            </a:pPr>
            <a:r>
              <a:rPr lang="en-US" sz="1800" b="1" dirty="0" err="1">
                <a:solidFill>
                  <a:schemeClr val="dk1"/>
                </a:solidFill>
              </a:rPr>
              <a:t>QuotePilot</a:t>
            </a:r>
            <a:r>
              <a:rPr lang="en-US" sz="1800" b="1" dirty="0">
                <a:solidFill>
                  <a:schemeClr val="dk1"/>
                </a:solidFill>
              </a:rPr>
              <a:t> AI | Venture Summary</a:t>
            </a:r>
            <a:endParaRPr sz="1800" b="1" dirty="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pic>
        <p:nvPicPr>
          <p:cNvPr id="213" name="Google Shape;213;p15"/>
          <p:cNvPicPr preferRelativeResize="0"/>
          <p:nvPr/>
        </p:nvPicPr>
        <p:blipFill rotWithShape="1">
          <a:blip r:embed="rId3">
            <a:alphaModFix/>
          </a:blip>
          <a:srcRect/>
          <a:stretch/>
        </p:blipFill>
        <p:spPr>
          <a:xfrm>
            <a:off x="0" y="0"/>
            <a:ext cx="9143992" cy="5143501"/>
          </a:xfrm>
          <a:prstGeom prst="rect">
            <a:avLst/>
          </a:prstGeom>
          <a:noFill/>
          <a:ln>
            <a:noFill/>
          </a:ln>
        </p:spPr>
      </p:pic>
      <p:sp>
        <p:nvSpPr>
          <p:cNvPr id="214" name="Google Shape;214;p15"/>
          <p:cNvSpPr/>
          <p:nvPr/>
        </p:nvSpPr>
        <p:spPr>
          <a:xfrm>
            <a:off x="219296" y="996900"/>
            <a:ext cx="8705400" cy="3149700"/>
          </a:xfrm>
          <a:prstGeom prst="rect">
            <a:avLst/>
          </a:prstGeom>
          <a:noFill/>
          <a:ln>
            <a:noFill/>
          </a:ln>
        </p:spPr>
        <p:txBody>
          <a:bodyPr spcFirstLastPara="1" wrap="square" lIns="91425" tIns="91425" rIns="91425" bIns="91425" anchor="t" anchorCtr="0">
            <a:noAutofit/>
          </a:bodyPr>
          <a:lstStyle/>
          <a:p>
            <a:pPr marL="158750" marR="0" lvl="0" algn="just" rtl="0">
              <a:lnSpc>
                <a:spcPct val="115000"/>
              </a:lnSpc>
              <a:spcBef>
                <a:spcPts val="1200"/>
              </a:spcBef>
              <a:spcAft>
                <a:spcPts val="0"/>
              </a:spcAft>
              <a:buClr>
                <a:schemeClr val="dk1"/>
              </a:buClr>
              <a:buSzPts val="1100"/>
            </a:pPr>
            <a:r>
              <a:rPr lang="en-US" sz="1200" b="1" dirty="0">
                <a:solidFill>
                  <a:schemeClr val="dk1"/>
                </a:solidFill>
                <a:latin typeface="Times New Roman" panose="02020603050405020304" pitchFamily="18" charset="0"/>
                <a:cs typeface="Times New Roman" panose="02020603050405020304" pitchFamily="18" charset="0"/>
              </a:rPr>
              <a:t>PROBLEM</a:t>
            </a:r>
            <a:endParaRPr sz="1200" b="1" dirty="0">
              <a:solidFill>
                <a:schemeClr val="dk1"/>
              </a:solidFill>
              <a:latin typeface="Times New Roman" panose="02020603050405020304" pitchFamily="18" charset="0"/>
              <a:cs typeface="Times New Roman" panose="02020603050405020304" pitchFamily="18" charset="0"/>
            </a:endParaRPr>
          </a:p>
          <a:p>
            <a:pPr marL="457200" marR="0" lvl="0" indent="-298450" algn="just" rtl="0">
              <a:lnSpc>
                <a:spcPct val="115000"/>
              </a:lnSpc>
              <a:spcBef>
                <a:spcPts val="0"/>
              </a:spcBef>
              <a:spcAft>
                <a:spcPts val="0"/>
              </a:spcAft>
              <a:buClr>
                <a:schemeClr val="dk1"/>
              </a:buClr>
              <a:buSzPts val="1100"/>
              <a:buFont typeface="Arial" panose="020B0604020202020204" pitchFamily="34" charset="0"/>
              <a:buChar char="•"/>
            </a:pPr>
            <a:r>
              <a:rPr lang="en-US" sz="1200" dirty="0">
                <a:solidFill>
                  <a:schemeClr val="dk1"/>
                </a:solidFill>
                <a:latin typeface="Times New Roman" panose="02020603050405020304" pitchFamily="18" charset="0"/>
                <a:cs typeface="Times New Roman" panose="02020603050405020304" pitchFamily="18" charset="0"/>
              </a:rPr>
              <a:t>B2B sales engineers lose time and orders because every RFQ must be interpreted, matched and priced manually across disconnected systems.</a:t>
            </a:r>
            <a:endParaRPr sz="1200" dirty="0">
              <a:solidFill>
                <a:schemeClr val="dk1"/>
              </a:solidFill>
              <a:latin typeface="Times New Roman" panose="02020603050405020304" pitchFamily="18" charset="0"/>
              <a:cs typeface="Times New Roman" panose="02020603050405020304" pitchFamily="18" charset="0"/>
            </a:endParaRPr>
          </a:p>
          <a:p>
            <a:pPr marL="158750" marR="0" lvl="0" algn="just" rtl="0">
              <a:lnSpc>
                <a:spcPct val="115000"/>
              </a:lnSpc>
              <a:spcBef>
                <a:spcPts val="1200"/>
              </a:spcBef>
              <a:spcAft>
                <a:spcPts val="0"/>
              </a:spcAft>
              <a:buClr>
                <a:schemeClr val="dk1"/>
              </a:buClr>
              <a:buSzPts val="1100"/>
            </a:pPr>
            <a:r>
              <a:rPr lang="en-US" sz="1200" b="1" dirty="0">
                <a:solidFill>
                  <a:schemeClr val="dk1"/>
                </a:solidFill>
                <a:latin typeface="Times New Roman" panose="02020603050405020304" pitchFamily="18" charset="0"/>
                <a:cs typeface="Times New Roman" panose="02020603050405020304" pitchFamily="18" charset="0"/>
              </a:rPr>
              <a:t>INSPIRATION</a:t>
            </a:r>
            <a:endParaRPr sz="1200" b="1" dirty="0">
              <a:solidFill>
                <a:schemeClr val="dk1"/>
              </a:solidFill>
              <a:latin typeface="Times New Roman" panose="02020603050405020304" pitchFamily="18" charset="0"/>
              <a:cs typeface="Times New Roman" panose="02020603050405020304" pitchFamily="18" charset="0"/>
            </a:endParaRPr>
          </a:p>
          <a:p>
            <a:pPr marL="457200" marR="0" lvl="0" indent="-298450" algn="just" rtl="0">
              <a:lnSpc>
                <a:spcPct val="115000"/>
              </a:lnSpc>
              <a:spcBef>
                <a:spcPts val="1200"/>
              </a:spcBef>
              <a:spcAft>
                <a:spcPts val="0"/>
              </a:spcAft>
              <a:buClr>
                <a:schemeClr val="dk1"/>
              </a:buClr>
              <a:buSzPts val="1100"/>
              <a:buFont typeface="Arial" panose="020B0604020202020204" pitchFamily="34" charset="0"/>
              <a:buChar char="•"/>
            </a:pPr>
            <a:r>
              <a:rPr lang="en-US" sz="1200" dirty="0">
                <a:solidFill>
                  <a:schemeClr val="dk1"/>
                </a:solidFill>
                <a:latin typeface="Times New Roman" panose="02020603050405020304" pitchFamily="18" charset="0"/>
                <a:cs typeface="Times New Roman" panose="02020603050405020304" pitchFamily="18" charset="0"/>
              </a:rPr>
              <a:t>Industrial enquiries contain technical ranges, standards, quantities, delivery constraints and commercial terms. The hard work is making a defensible product-and-price decision quickly.</a:t>
            </a:r>
            <a:endParaRPr sz="1200" dirty="0">
              <a:solidFill>
                <a:schemeClr val="dk1"/>
              </a:solidFill>
              <a:latin typeface="Times New Roman" panose="02020603050405020304" pitchFamily="18" charset="0"/>
              <a:cs typeface="Times New Roman" panose="02020603050405020304" pitchFamily="18" charset="0"/>
            </a:endParaRPr>
          </a:p>
          <a:p>
            <a:pPr marL="158750" marR="0" lvl="0" algn="just" rtl="0">
              <a:lnSpc>
                <a:spcPct val="115000"/>
              </a:lnSpc>
              <a:spcBef>
                <a:spcPts val="1200"/>
              </a:spcBef>
              <a:spcAft>
                <a:spcPts val="0"/>
              </a:spcAft>
              <a:buClr>
                <a:schemeClr val="dk1"/>
              </a:buClr>
              <a:buSzPts val="1100"/>
            </a:pPr>
            <a:r>
              <a:rPr lang="en-US" sz="1200" b="1" dirty="0">
                <a:solidFill>
                  <a:schemeClr val="dk1"/>
                </a:solidFill>
                <a:latin typeface="Times New Roman" panose="02020603050405020304" pitchFamily="18" charset="0"/>
                <a:cs typeface="Times New Roman" panose="02020603050405020304" pitchFamily="18" charset="0"/>
              </a:rPr>
              <a:t>SOLUTION</a:t>
            </a:r>
            <a:endParaRPr sz="1200" b="1" dirty="0">
              <a:solidFill>
                <a:schemeClr val="dk1"/>
              </a:solidFill>
              <a:latin typeface="Times New Roman" panose="02020603050405020304" pitchFamily="18" charset="0"/>
              <a:cs typeface="Times New Roman" panose="02020603050405020304" pitchFamily="18" charset="0"/>
            </a:endParaRPr>
          </a:p>
          <a:p>
            <a:pPr marL="457200" marR="0" lvl="0" indent="-298450" algn="just" rtl="0">
              <a:lnSpc>
                <a:spcPct val="115000"/>
              </a:lnSpc>
              <a:spcBef>
                <a:spcPts val="1200"/>
              </a:spcBef>
              <a:spcAft>
                <a:spcPts val="0"/>
              </a:spcAft>
              <a:buClr>
                <a:schemeClr val="dk1"/>
              </a:buClr>
              <a:buSzPts val="1100"/>
              <a:buFont typeface="Arial" panose="020B0604020202020204" pitchFamily="34" charset="0"/>
              <a:buChar char="•"/>
            </a:pPr>
            <a:r>
              <a:rPr lang="en-US" sz="1200" dirty="0" err="1">
                <a:solidFill>
                  <a:schemeClr val="dk1"/>
                </a:solidFill>
                <a:latin typeface="Times New Roman" panose="02020603050405020304" pitchFamily="18" charset="0"/>
                <a:cs typeface="Times New Roman" panose="02020603050405020304" pitchFamily="18" charset="0"/>
              </a:rPr>
              <a:t>QuotePilot</a:t>
            </a:r>
            <a:r>
              <a:rPr lang="en-US" sz="1200" dirty="0">
                <a:solidFill>
                  <a:schemeClr val="dk1"/>
                </a:solidFill>
                <a:latin typeface="Times New Roman" panose="02020603050405020304" pitchFamily="18" charset="0"/>
                <a:cs typeface="Times New Roman" panose="02020603050405020304" pitchFamily="18" charset="0"/>
              </a:rPr>
              <a:t> AI combines document intelligence, catalogue retrieval, commercial rules and multi-agent orchestration.</a:t>
            </a:r>
            <a:endParaRPr sz="1200" dirty="0">
              <a:solidFill>
                <a:schemeClr val="dk1"/>
              </a:solidFill>
              <a:latin typeface="Times New Roman" panose="02020603050405020304" pitchFamily="18" charset="0"/>
              <a:cs typeface="Times New Roman" panose="02020603050405020304" pitchFamily="18" charset="0"/>
            </a:endParaRPr>
          </a:p>
          <a:p>
            <a:pPr marL="158750" marR="0" lvl="0" algn="just" rtl="0">
              <a:lnSpc>
                <a:spcPct val="115000"/>
              </a:lnSpc>
              <a:spcBef>
                <a:spcPts val="1200"/>
              </a:spcBef>
              <a:spcAft>
                <a:spcPts val="0"/>
              </a:spcAft>
              <a:buClr>
                <a:schemeClr val="dk1"/>
              </a:buClr>
              <a:buSzPts val="1100"/>
            </a:pPr>
            <a:r>
              <a:rPr lang="en-US" sz="1200" b="1" dirty="0">
                <a:solidFill>
                  <a:schemeClr val="dk1"/>
                </a:solidFill>
                <a:latin typeface="Times New Roman" panose="02020603050405020304" pitchFamily="18" charset="0"/>
                <a:cs typeface="Times New Roman" panose="02020603050405020304" pitchFamily="18" charset="0"/>
              </a:rPr>
              <a:t>USERS</a:t>
            </a:r>
            <a:endParaRPr sz="1200" b="1" dirty="0">
              <a:solidFill>
                <a:schemeClr val="dk1"/>
              </a:solidFill>
              <a:latin typeface="Times New Roman" panose="02020603050405020304" pitchFamily="18" charset="0"/>
              <a:cs typeface="Times New Roman" panose="02020603050405020304" pitchFamily="18" charset="0"/>
            </a:endParaRPr>
          </a:p>
          <a:p>
            <a:pPr marL="457200" marR="0" lvl="0" indent="-298450" algn="just" rtl="0">
              <a:lnSpc>
                <a:spcPct val="115000"/>
              </a:lnSpc>
              <a:spcBef>
                <a:spcPts val="1200"/>
              </a:spcBef>
              <a:spcAft>
                <a:spcPts val="1200"/>
              </a:spcAft>
              <a:buClr>
                <a:schemeClr val="dk1"/>
              </a:buClr>
              <a:buSzPts val="1100"/>
              <a:buFont typeface="Arial" panose="020B0604020202020204" pitchFamily="34" charset="0"/>
              <a:buChar char="•"/>
            </a:pPr>
            <a:r>
              <a:rPr lang="en-US" sz="1200" dirty="0">
                <a:solidFill>
                  <a:schemeClr val="dk1"/>
                </a:solidFill>
                <a:latin typeface="Times New Roman" panose="02020603050405020304" pitchFamily="18" charset="0"/>
                <a:cs typeface="Times New Roman" panose="02020603050405020304" pitchFamily="18" charset="0"/>
              </a:rPr>
              <a:t>Sales engineers, inside sales, application engineers, quotation managers and owners.</a:t>
            </a:r>
            <a:endParaRPr sz="1200" dirty="0">
              <a:solidFill>
                <a:schemeClr val="dk1"/>
              </a:solidFill>
              <a:latin typeface="Times New Roman" panose="02020603050405020304" pitchFamily="18" charset="0"/>
              <a:cs typeface="Times New Roman" panose="02020603050405020304" pitchFamily="18" charset="0"/>
            </a:endParaRPr>
          </a:p>
        </p:txBody>
      </p:sp>
      <p:sp>
        <p:nvSpPr>
          <p:cNvPr id="215" name="Google Shape;215;p15"/>
          <p:cNvSpPr/>
          <p:nvPr/>
        </p:nvSpPr>
        <p:spPr>
          <a:xfrm>
            <a:off x="304350" y="700000"/>
            <a:ext cx="5153700" cy="5073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Clr>
                <a:schemeClr val="dk1"/>
              </a:buClr>
              <a:buSzPts val="1800"/>
              <a:buFont typeface="Arial"/>
              <a:buNone/>
            </a:pPr>
            <a:r>
              <a:rPr lang="en-US" sz="1800" b="1">
                <a:solidFill>
                  <a:schemeClr val="dk1"/>
                </a:solidFill>
              </a:rPr>
              <a:t>Startup Snapshot</a:t>
            </a:r>
            <a:endParaRPr sz="1800" b="1">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pic>
        <p:nvPicPr>
          <p:cNvPr id="221" name="Google Shape;221;p16"/>
          <p:cNvPicPr preferRelativeResize="0"/>
          <p:nvPr/>
        </p:nvPicPr>
        <p:blipFill rotWithShape="1">
          <a:blip r:embed="rId3">
            <a:alphaModFix/>
          </a:blip>
          <a:srcRect/>
          <a:stretch/>
        </p:blipFill>
        <p:spPr>
          <a:xfrm>
            <a:off x="0" y="0"/>
            <a:ext cx="9143992" cy="5143501"/>
          </a:xfrm>
          <a:prstGeom prst="rect">
            <a:avLst/>
          </a:prstGeom>
          <a:noFill/>
          <a:ln>
            <a:noFill/>
          </a:ln>
        </p:spPr>
      </p:pic>
      <p:sp>
        <p:nvSpPr>
          <p:cNvPr id="222" name="Google Shape;222;p16"/>
          <p:cNvSpPr/>
          <p:nvPr/>
        </p:nvSpPr>
        <p:spPr>
          <a:xfrm>
            <a:off x="219296" y="914126"/>
            <a:ext cx="8646408" cy="2306152"/>
          </a:xfrm>
          <a:prstGeom prst="rect">
            <a:avLst/>
          </a:prstGeom>
          <a:noFill/>
          <a:ln>
            <a:noFill/>
          </a:ln>
        </p:spPr>
        <p:txBody>
          <a:bodyPr spcFirstLastPara="1" wrap="square" lIns="91425" tIns="91425" rIns="91425" bIns="91425" numCol="1" anchor="t" anchorCtr="0">
            <a:noAutofit/>
          </a:bodyPr>
          <a:lstStyle/>
          <a:p>
            <a:pPr marL="158750" marR="0" lvl="0" algn="l" rtl="0">
              <a:spcBef>
                <a:spcPts val="1200"/>
              </a:spcBef>
              <a:spcAft>
                <a:spcPts val="0"/>
              </a:spcAft>
              <a:buClr>
                <a:schemeClr val="dk1"/>
              </a:buClr>
              <a:buSzPts val="1100"/>
            </a:pPr>
            <a:r>
              <a:rPr lang="en-US" sz="1200" b="1" dirty="0">
                <a:solidFill>
                  <a:schemeClr val="dk1"/>
                </a:solidFill>
                <a:latin typeface="Times New Roman" panose="02020603050405020304" pitchFamily="18" charset="0"/>
                <a:cs typeface="Times New Roman" panose="02020603050405020304" pitchFamily="18" charset="0"/>
              </a:rPr>
              <a:t>WHO FEELS THE PAIN MOST</a:t>
            </a:r>
            <a:endParaRPr sz="1200" b="1" dirty="0">
              <a:solidFill>
                <a:schemeClr val="dk1"/>
              </a:solidFill>
              <a:latin typeface="Times New Roman" panose="02020603050405020304" pitchFamily="18" charset="0"/>
              <a:cs typeface="Times New Roman" panose="02020603050405020304" pitchFamily="18" charset="0"/>
            </a:endParaRPr>
          </a:p>
          <a:p>
            <a:pPr marL="457200" marR="0" lvl="0" indent="-298450" algn="just" rtl="0">
              <a:spcBef>
                <a:spcPts val="0"/>
              </a:spcBef>
              <a:spcAft>
                <a:spcPts val="0"/>
              </a:spcAft>
              <a:buClr>
                <a:schemeClr val="dk1"/>
              </a:buClr>
              <a:buSzPts val="1100"/>
              <a:buFont typeface="Arial" panose="020B0604020202020204" pitchFamily="34" charset="0"/>
              <a:buChar char="•"/>
            </a:pPr>
            <a:r>
              <a:rPr lang="en-US" sz="1200" dirty="0">
                <a:solidFill>
                  <a:schemeClr val="dk1"/>
                </a:solidFill>
                <a:latin typeface="Times New Roman" panose="02020603050405020304" pitchFamily="18" charset="0"/>
                <a:cs typeface="Times New Roman" panose="02020603050405020304" pitchFamily="18" charset="0"/>
              </a:rPr>
              <a:t>SME manufacturers/distributors with technical catalogues and lean sales teams.</a:t>
            </a:r>
          </a:p>
          <a:p>
            <a:pPr marL="457200" marR="0" lvl="0" indent="-298450" algn="just" rtl="0">
              <a:spcBef>
                <a:spcPts val="0"/>
              </a:spcBef>
              <a:spcAft>
                <a:spcPts val="0"/>
              </a:spcAft>
              <a:buClr>
                <a:schemeClr val="dk1"/>
              </a:buClr>
              <a:buSzPts val="1100"/>
              <a:buFont typeface="Arial" panose="020B0604020202020204" pitchFamily="34" charset="0"/>
              <a:buChar char="•"/>
            </a:pPr>
            <a:r>
              <a:rPr lang="en-US" sz="1200" dirty="0">
                <a:solidFill>
                  <a:schemeClr val="dk1"/>
                </a:solidFill>
                <a:latin typeface="Times New Roman" panose="02020603050405020304" pitchFamily="18" charset="0"/>
                <a:cs typeface="Times New Roman" panose="02020603050405020304" pitchFamily="18" charset="0"/>
              </a:rPr>
              <a:t>Sales/application engineers interpreting specifications before quoting.</a:t>
            </a:r>
          </a:p>
          <a:p>
            <a:pPr marL="457200" marR="0" lvl="0" indent="-298450" algn="just" rtl="0">
              <a:spcBef>
                <a:spcPts val="0"/>
              </a:spcBef>
              <a:spcAft>
                <a:spcPts val="0"/>
              </a:spcAft>
              <a:buClr>
                <a:schemeClr val="dk1"/>
              </a:buClr>
              <a:buSzPts val="1100"/>
              <a:buFont typeface="Arial" panose="020B0604020202020204" pitchFamily="34" charset="0"/>
              <a:buChar char="•"/>
            </a:pPr>
            <a:r>
              <a:rPr lang="en-US" sz="1200" dirty="0">
                <a:solidFill>
                  <a:schemeClr val="dk1"/>
                </a:solidFill>
                <a:latin typeface="Times New Roman" panose="02020603050405020304" pitchFamily="18" charset="0"/>
                <a:cs typeface="Times New Roman" panose="02020603050405020304" pitchFamily="18" charset="0"/>
              </a:rPr>
              <a:t>Owners seeking speed without margin leakage or incorrect commitments.</a:t>
            </a:r>
            <a:endParaRPr sz="1200" dirty="0">
              <a:solidFill>
                <a:schemeClr val="dk1"/>
              </a:solidFill>
              <a:latin typeface="Times New Roman" panose="02020603050405020304" pitchFamily="18" charset="0"/>
              <a:cs typeface="Times New Roman" panose="02020603050405020304" pitchFamily="18" charset="0"/>
            </a:endParaRPr>
          </a:p>
          <a:p>
            <a:pPr marL="158750" marR="0" lvl="0" algn="l" rtl="0">
              <a:spcBef>
                <a:spcPts val="1200"/>
              </a:spcBef>
              <a:spcAft>
                <a:spcPts val="0"/>
              </a:spcAft>
              <a:buClr>
                <a:schemeClr val="dk1"/>
              </a:buClr>
              <a:buSzPts val="1100"/>
            </a:pPr>
            <a:r>
              <a:rPr lang="en-US" sz="1200" b="1" dirty="0">
                <a:solidFill>
                  <a:schemeClr val="dk1"/>
                </a:solidFill>
                <a:latin typeface="Times New Roman" panose="02020603050405020304" pitchFamily="18" charset="0"/>
                <a:cs typeface="Times New Roman" panose="02020603050405020304" pitchFamily="18" charset="0"/>
              </a:rPr>
              <a:t>ROOT CAUSES</a:t>
            </a:r>
          </a:p>
          <a:p>
            <a:pPr marL="158750" marR="0" lvl="0" algn="l" rtl="0">
              <a:spcBef>
                <a:spcPts val="1200"/>
              </a:spcBef>
              <a:spcAft>
                <a:spcPts val="0"/>
              </a:spcAft>
              <a:buClr>
                <a:schemeClr val="dk1"/>
              </a:buClr>
              <a:buSzPts val="1100"/>
            </a:pPr>
            <a:r>
              <a:rPr lang="en-US" sz="1200" dirty="0">
                <a:solidFill>
                  <a:schemeClr val="dk1"/>
                </a:solidFill>
                <a:latin typeface="Times New Roman" panose="02020603050405020304" pitchFamily="18" charset="0"/>
                <a:cs typeface="Times New Roman" panose="02020603050405020304" pitchFamily="18" charset="0"/>
              </a:rPr>
              <a:t>RFQs arrive through email, scanned PDF, Excel and attachments.</a:t>
            </a:r>
            <a:endParaRPr lang="en-IN" sz="1200" dirty="0">
              <a:solidFill>
                <a:schemeClr val="dk1"/>
              </a:solidFill>
              <a:latin typeface="Times New Roman" panose="02020603050405020304" pitchFamily="18" charset="0"/>
              <a:cs typeface="Times New Roman" panose="02020603050405020304" pitchFamily="18" charset="0"/>
            </a:endParaRPr>
          </a:p>
          <a:p>
            <a:pPr marL="158750" marR="0" lvl="0" algn="l" rtl="0">
              <a:spcBef>
                <a:spcPts val="1200"/>
              </a:spcBef>
              <a:spcAft>
                <a:spcPts val="0"/>
              </a:spcAft>
              <a:buClr>
                <a:schemeClr val="dk1"/>
              </a:buClr>
              <a:buSzPts val="1100"/>
            </a:pPr>
            <a:r>
              <a:rPr lang="en-IN" sz="1200" dirty="0">
                <a:solidFill>
                  <a:schemeClr val="dk1"/>
                </a:solidFill>
                <a:latin typeface="Times New Roman" panose="02020603050405020304" pitchFamily="18" charset="0"/>
                <a:cs typeface="Times New Roman" panose="02020603050405020304" pitchFamily="18" charset="0"/>
              </a:rPr>
              <a:t>Knowledge is scattered across catalogues, datasheets and staff.</a:t>
            </a:r>
          </a:p>
          <a:p>
            <a:pPr marL="158750" marR="0" lvl="0" algn="l">
              <a:spcBef>
                <a:spcPts val="1200"/>
              </a:spcBef>
              <a:spcAft>
                <a:spcPts val="0"/>
              </a:spcAft>
              <a:buClr>
                <a:schemeClr val="dk1"/>
              </a:buClr>
              <a:buSzPts val="1100"/>
            </a:pPr>
            <a:r>
              <a:rPr lang="en-US" sz="1200" dirty="0">
                <a:solidFill>
                  <a:schemeClr val="dk1"/>
                </a:solidFill>
                <a:latin typeface="Times New Roman" panose="02020603050405020304" pitchFamily="18" charset="0"/>
                <a:cs typeface="Times New Roman" panose="02020603050405020304" pitchFamily="18" charset="0"/>
              </a:rPr>
              <a:t>Price, stock and lead time sit in separate files or ERP screens.</a:t>
            </a:r>
          </a:p>
          <a:p>
            <a:pPr marL="158750" marR="0" lvl="0" algn="l">
              <a:spcBef>
                <a:spcPts val="1200"/>
              </a:spcBef>
              <a:spcAft>
                <a:spcPts val="0"/>
              </a:spcAft>
              <a:buClr>
                <a:schemeClr val="dk1"/>
              </a:buClr>
              <a:buSzPts val="1100"/>
            </a:pPr>
            <a:r>
              <a:rPr lang="en-US" sz="1200" dirty="0">
                <a:solidFill>
                  <a:schemeClr val="dk1"/>
                </a:solidFill>
                <a:latin typeface="Times New Roman" panose="02020603050405020304" pitchFamily="18" charset="0"/>
                <a:cs typeface="Times New Roman" panose="02020603050405020304" pitchFamily="18" charset="0"/>
              </a:rPr>
              <a:t>Missing specifications cause clarification; follow-ups are manual.</a:t>
            </a:r>
            <a:endParaRPr sz="1200" dirty="0">
              <a:solidFill>
                <a:schemeClr val="dk1"/>
              </a:solidFill>
              <a:latin typeface="Times New Roman" panose="02020603050405020304" pitchFamily="18" charset="0"/>
              <a:cs typeface="Times New Roman" panose="02020603050405020304" pitchFamily="18" charset="0"/>
            </a:endParaRPr>
          </a:p>
          <a:p>
            <a:pPr marL="158750" marR="0" lvl="0" algn="l" rtl="0">
              <a:spcBef>
                <a:spcPts val="1200"/>
              </a:spcBef>
              <a:spcAft>
                <a:spcPts val="0"/>
              </a:spcAft>
              <a:buClr>
                <a:schemeClr val="dk1"/>
              </a:buClr>
              <a:buSzPts val="1100"/>
            </a:pPr>
            <a:r>
              <a:rPr lang="en-US" sz="1200" b="1" dirty="0">
                <a:solidFill>
                  <a:schemeClr val="dk1"/>
                </a:solidFill>
                <a:latin typeface="Times New Roman" panose="02020603050405020304" pitchFamily="18" charset="0"/>
                <a:cs typeface="Times New Roman" panose="02020603050405020304" pitchFamily="18" charset="0"/>
              </a:rPr>
              <a:t>EVIDENCE STATUS</a:t>
            </a:r>
            <a:endParaRPr sz="1200" b="1" dirty="0">
              <a:solidFill>
                <a:schemeClr val="dk1"/>
              </a:solidFill>
              <a:latin typeface="Times New Roman" panose="02020603050405020304" pitchFamily="18" charset="0"/>
              <a:cs typeface="Times New Roman" panose="02020603050405020304" pitchFamily="18" charset="0"/>
            </a:endParaRPr>
          </a:p>
          <a:p>
            <a:pPr marL="457200" marR="0" lvl="0" indent="-298450" algn="l" rtl="0">
              <a:spcBef>
                <a:spcPts val="1200"/>
              </a:spcBef>
              <a:spcAft>
                <a:spcPts val="1200"/>
              </a:spcAft>
              <a:buClr>
                <a:schemeClr val="dk1"/>
              </a:buClr>
              <a:buSzPts val="1100"/>
              <a:buFont typeface="Arial" panose="020B0604020202020204" pitchFamily="34" charset="0"/>
              <a:buChar char="•"/>
            </a:pPr>
            <a:r>
              <a:rPr lang="en-US" sz="1200" dirty="0">
                <a:solidFill>
                  <a:schemeClr val="dk1"/>
                </a:solidFill>
                <a:latin typeface="Times New Roman" panose="02020603050405020304" pitchFamily="18" charset="0"/>
                <a:cs typeface="Times New Roman" panose="02020603050405020304" pitchFamily="18" charset="0"/>
              </a:rPr>
              <a:t>Hypothesis grounded in founder exposure; formal validation pending. Gate: 15 interviews, 5 RFQ walkthroughs, 3 design partners, 2 paid-pilot commitments.</a:t>
            </a:r>
            <a:endParaRPr sz="1200" dirty="0">
              <a:solidFill>
                <a:schemeClr val="dk1"/>
              </a:solidFill>
              <a:latin typeface="Times New Roman" panose="02020603050405020304" pitchFamily="18" charset="0"/>
              <a:cs typeface="Times New Roman" panose="02020603050405020304" pitchFamily="18" charset="0"/>
            </a:endParaRPr>
          </a:p>
        </p:txBody>
      </p:sp>
      <p:sp>
        <p:nvSpPr>
          <p:cNvPr id="223" name="Google Shape;223;p16"/>
          <p:cNvSpPr/>
          <p:nvPr/>
        </p:nvSpPr>
        <p:spPr>
          <a:xfrm>
            <a:off x="219296" y="349187"/>
            <a:ext cx="5153700" cy="5073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2400"/>
              </a:spcBef>
              <a:spcAft>
                <a:spcPts val="600"/>
              </a:spcAft>
              <a:buClr>
                <a:schemeClr val="dk1"/>
              </a:buClr>
              <a:buSzPts val="1100"/>
              <a:buFont typeface="Arial"/>
              <a:buNone/>
            </a:pPr>
            <a:r>
              <a:rPr lang="en-US" sz="2300" b="1" dirty="0">
                <a:solidFill>
                  <a:schemeClr val="dk1"/>
                </a:solidFill>
              </a:rPr>
              <a:t>Problem Understanding</a:t>
            </a:r>
            <a:endParaRPr sz="1800" b="1" dirty="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pic>
        <p:nvPicPr>
          <p:cNvPr id="229" name="Google Shape;229;p17"/>
          <p:cNvPicPr preferRelativeResize="0"/>
          <p:nvPr/>
        </p:nvPicPr>
        <p:blipFill rotWithShape="1">
          <a:blip r:embed="rId3">
            <a:alphaModFix/>
          </a:blip>
          <a:srcRect/>
          <a:stretch/>
        </p:blipFill>
        <p:spPr>
          <a:xfrm>
            <a:off x="0" y="0"/>
            <a:ext cx="9143992" cy="5143501"/>
          </a:xfrm>
          <a:prstGeom prst="rect">
            <a:avLst/>
          </a:prstGeom>
          <a:noFill/>
          <a:ln>
            <a:noFill/>
          </a:ln>
        </p:spPr>
      </p:pic>
      <p:sp>
        <p:nvSpPr>
          <p:cNvPr id="230" name="Google Shape;230;p17"/>
          <p:cNvSpPr/>
          <p:nvPr/>
        </p:nvSpPr>
        <p:spPr>
          <a:xfrm>
            <a:off x="219296" y="996900"/>
            <a:ext cx="8705400" cy="3149700"/>
          </a:xfrm>
          <a:prstGeom prst="rect">
            <a:avLst/>
          </a:prstGeom>
          <a:noFill/>
          <a:ln>
            <a:noFill/>
          </a:ln>
        </p:spPr>
        <p:txBody>
          <a:bodyPr spcFirstLastPara="1" wrap="square" lIns="91425" tIns="91425" rIns="91425" bIns="91425" anchor="t" anchorCtr="0">
            <a:noAutofit/>
          </a:bodyPr>
          <a:lstStyle/>
          <a:p>
            <a:pPr marL="158750" marR="0" lvl="0" algn="l" rtl="0">
              <a:spcBef>
                <a:spcPts val="1200"/>
              </a:spcBef>
              <a:spcAft>
                <a:spcPts val="0"/>
              </a:spcAft>
              <a:buClr>
                <a:schemeClr val="dk1"/>
              </a:buClr>
              <a:buSzPts val="1100"/>
            </a:pPr>
            <a:r>
              <a:rPr lang="en-US" sz="1200" b="1" dirty="0">
                <a:solidFill>
                  <a:schemeClr val="dk1"/>
                </a:solidFill>
                <a:latin typeface="Times New Roman" panose="02020603050405020304" pitchFamily="18" charset="0"/>
                <a:cs typeface="Times New Roman" panose="02020603050405020304" pitchFamily="18" charset="0"/>
              </a:rPr>
              <a:t>IDEAL CUSTOMER PROFILE</a:t>
            </a:r>
            <a:endParaRPr sz="1200" b="1" dirty="0">
              <a:solidFill>
                <a:schemeClr val="dk1"/>
              </a:solidFill>
              <a:latin typeface="Times New Roman" panose="02020603050405020304" pitchFamily="18" charset="0"/>
              <a:cs typeface="Times New Roman" panose="02020603050405020304" pitchFamily="18" charset="0"/>
            </a:endParaRPr>
          </a:p>
          <a:p>
            <a:pPr marL="457200" marR="0" lvl="0" indent="-298450" algn="l" rtl="0">
              <a:spcBef>
                <a:spcPts val="0"/>
              </a:spcBef>
              <a:spcAft>
                <a:spcPts val="0"/>
              </a:spcAft>
              <a:buClr>
                <a:schemeClr val="dk1"/>
              </a:buClr>
              <a:buSzPts val="1100"/>
              <a:buFont typeface="Arial" panose="020B0604020202020204" pitchFamily="34" charset="0"/>
              <a:buChar char="•"/>
            </a:pPr>
            <a:r>
              <a:rPr lang="en-US" sz="1100" dirty="0">
                <a:solidFill>
                  <a:schemeClr val="dk1"/>
                </a:solidFill>
                <a:latin typeface="Times New Roman" panose="02020603050405020304" pitchFamily="18" charset="0"/>
                <a:cs typeface="Times New Roman" panose="02020603050405020304" pitchFamily="18" charset="0"/>
              </a:rPr>
              <a:t>India-based B2B supplier with 5-50 sales/application users, 100-10,000 technical SKUs, repeat RFQs, digital catalogues and defined pricing approvals. Beachhead: industrial automation and instrumentation.</a:t>
            </a:r>
            <a:endParaRPr sz="1100" dirty="0">
              <a:solidFill>
                <a:schemeClr val="dk1"/>
              </a:solidFill>
              <a:latin typeface="Times New Roman" panose="02020603050405020304" pitchFamily="18" charset="0"/>
              <a:cs typeface="Times New Roman" panose="02020603050405020304" pitchFamily="18" charset="0"/>
            </a:endParaRPr>
          </a:p>
          <a:p>
            <a:pPr marL="158750" marR="0" lvl="0" algn="l" rtl="0">
              <a:spcBef>
                <a:spcPts val="1200"/>
              </a:spcBef>
              <a:spcAft>
                <a:spcPts val="0"/>
              </a:spcAft>
              <a:buClr>
                <a:schemeClr val="dk1"/>
              </a:buClr>
              <a:buSzPts val="1100"/>
            </a:pPr>
            <a:r>
              <a:rPr lang="en-US" sz="1200" b="1" dirty="0">
                <a:solidFill>
                  <a:schemeClr val="dk1"/>
                </a:solidFill>
                <a:latin typeface="Times New Roman" panose="02020603050405020304" pitchFamily="18" charset="0"/>
                <a:cs typeface="Times New Roman" panose="02020603050405020304" pitchFamily="18" charset="0"/>
              </a:rPr>
              <a:t>USERS &amp; BUYER</a:t>
            </a:r>
            <a:endParaRPr sz="1200" b="1" dirty="0">
              <a:solidFill>
                <a:schemeClr val="dk1"/>
              </a:solidFill>
              <a:latin typeface="Times New Roman" panose="02020603050405020304" pitchFamily="18" charset="0"/>
              <a:cs typeface="Times New Roman" panose="02020603050405020304" pitchFamily="18" charset="0"/>
            </a:endParaRPr>
          </a:p>
          <a:p>
            <a:pPr marL="457200" marR="0" lvl="0" indent="-298450" algn="l" rtl="0">
              <a:spcBef>
                <a:spcPts val="1200"/>
              </a:spcBef>
              <a:spcAft>
                <a:spcPts val="0"/>
              </a:spcAft>
              <a:buClr>
                <a:schemeClr val="dk1"/>
              </a:buClr>
              <a:buSzPts val="1100"/>
              <a:buFont typeface="Arial" panose="020B0604020202020204" pitchFamily="34" charset="0"/>
              <a:buChar char="•"/>
            </a:pPr>
            <a:r>
              <a:rPr lang="en-US" sz="1100" dirty="0">
                <a:solidFill>
                  <a:schemeClr val="dk1"/>
                </a:solidFill>
                <a:latin typeface="Times New Roman" panose="02020603050405020304" pitchFamily="18" charset="0"/>
                <a:cs typeface="Times New Roman" panose="02020603050405020304" pitchFamily="18" charset="0"/>
              </a:rPr>
              <a:t>Users: sales engineer, inside sales, application engineer. Champion: quotation head. Economic buyer: owner, GM Sales or COO. Finance, product and IT approve controls/integrations.</a:t>
            </a:r>
            <a:endParaRPr sz="1100" dirty="0">
              <a:solidFill>
                <a:schemeClr val="dk1"/>
              </a:solidFill>
              <a:latin typeface="Times New Roman" panose="02020603050405020304" pitchFamily="18" charset="0"/>
              <a:cs typeface="Times New Roman" panose="02020603050405020304" pitchFamily="18" charset="0"/>
            </a:endParaRPr>
          </a:p>
          <a:p>
            <a:pPr marL="158750" marR="0" lvl="0" algn="l" rtl="0">
              <a:spcBef>
                <a:spcPts val="1200"/>
              </a:spcBef>
              <a:spcAft>
                <a:spcPts val="0"/>
              </a:spcAft>
              <a:buClr>
                <a:schemeClr val="dk1"/>
              </a:buClr>
              <a:buSzPts val="1100"/>
            </a:pPr>
            <a:r>
              <a:rPr lang="en-US" sz="1200" b="1" dirty="0">
                <a:solidFill>
                  <a:schemeClr val="dk1"/>
                </a:solidFill>
                <a:latin typeface="Times New Roman" panose="02020603050405020304" pitchFamily="18" charset="0"/>
                <a:cs typeface="Times New Roman" panose="02020603050405020304" pitchFamily="18" charset="0"/>
              </a:rPr>
              <a:t>BEACHHEAD USE CASE</a:t>
            </a:r>
            <a:endParaRPr sz="1200" b="1" dirty="0">
              <a:solidFill>
                <a:schemeClr val="dk1"/>
              </a:solidFill>
              <a:latin typeface="Times New Roman" panose="02020603050405020304" pitchFamily="18" charset="0"/>
              <a:cs typeface="Times New Roman" panose="02020603050405020304" pitchFamily="18" charset="0"/>
            </a:endParaRPr>
          </a:p>
          <a:p>
            <a:pPr marL="457200" marR="0" lvl="0" indent="-298450" algn="l" rtl="0">
              <a:spcBef>
                <a:spcPts val="1200"/>
              </a:spcBef>
              <a:spcAft>
                <a:spcPts val="0"/>
              </a:spcAft>
              <a:buClr>
                <a:schemeClr val="dk1"/>
              </a:buClr>
              <a:buSzPts val="1100"/>
              <a:buFont typeface="Arial" panose="020B0604020202020204" pitchFamily="34" charset="0"/>
              <a:buChar char="•"/>
            </a:pPr>
            <a:r>
              <a:rPr lang="en-US" sz="1100" dirty="0">
                <a:solidFill>
                  <a:schemeClr val="dk1"/>
                </a:solidFill>
                <a:latin typeface="Times New Roman" panose="02020603050405020304" pitchFamily="18" charset="0"/>
                <a:cs typeface="Times New Roman" panose="02020603050405020304" pitchFamily="18" charset="0"/>
              </a:rPr>
              <a:t>Email/PDF/Excel RFQs for catalogue products with structured attributes and human-owned commercial approval.</a:t>
            </a:r>
            <a:endParaRPr sz="1100" dirty="0">
              <a:solidFill>
                <a:schemeClr val="dk1"/>
              </a:solidFill>
              <a:latin typeface="Times New Roman" panose="02020603050405020304" pitchFamily="18" charset="0"/>
              <a:cs typeface="Times New Roman" panose="02020603050405020304" pitchFamily="18" charset="0"/>
            </a:endParaRPr>
          </a:p>
          <a:p>
            <a:pPr marL="158750" marR="0" lvl="0" algn="l" rtl="0">
              <a:spcBef>
                <a:spcPts val="1200"/>
              </a:spcBef>
              <a:spcAft>
                <a:spcPts val="0"/>
              </a:spcAft>
              <a:buClr>
                <a:schemeClr val="dk1"/>
              </a:buClr>
              <a:buSzPts val="1100"/>
            </a:pPr>
            <a:r>
              <a:rPr lang="en-US" sz="1200" b="1" dirty="0">
                <a:solidFill>
                  <a:schemeClr val="dk1"/>
                </a:solidFill>
                <a:latin typeface="Times New Roman" panose="02020603050405020304" pitchFamily="18" charset="0"/>
                <a:cs typeface="Times New Roman" panose="02020603050405020304" pitchFamily="18" charset="0"/>
              </a:rPr>
              <a:t>OPPORTUNITY MODEL - ASSUMPTION</a:t>
            </a:r>
            <a:endParaRPr sz="1200" b="1" dirty="0">
              <a:solidFill>
                <a:schemeClr val="dk1"/>
              </a:solidFill>
              <a:latin typeface="Times New Roman" panose="02020603050405020304" pitchFamily="18" charset="0"/>
              <a:cs typeface="Times New Roman" panose="02020603050405020304" pitchFamily="18" charset="0"/>
            </a:endParaRPr>
          </a:p>
          <a:p>
            <a:pPr marL="457200" marR="0" lvl="0" indent="-298450" algn="l" rtl="0">
              <a:spcBef>
                <a:spcPts val="1200"/>
              </a:spcBef>
              <a:spcAft>
                <a:spcPts val="1200"/>
              </a:spcAft>
              <a:buClr>
                <a:schemeClr val="dk1"/>
              </a:buClr>
              <a:buSzPts val="1100"/>
              <a:buFont typeface="Arial" panose="020B0604020202020204" pitchFamily="34" charset="0"/>
              <a:buChar char="•"/>
            </a:pPr>
            <a:r>
              <a:rPr lang="en-US" sz="1100" dirty="0">
                <a:solidFill>
                  <a:schemeClr val="dk1"/>
                </a:solidFill>
                <a:latin typeface="Times New Roman" panose="02020603050405020304" pitchFamily="18" charset="0"/>
                <a:cs typeface="Times New Roman" panose="02020603050405020304" pitchFamily="18" charset="0"/>
              </a:rPr>
              <a:t>Targets: 10 paid accounts Y1, 50 Y2, 150 Y3. At illustrative ₹30,000/month, 150 accounts = ₹5.4 crore ARR. Pricing and demand remain to be validated.</a:t>
            </a:r>
            <a:endParaRPr sz="1100" dirty="0">
              <a:solidFill>
                <a:schemeClr val="dk1"/>
              </a:solidFill>
              <a:latin typeface="Times New Roman" panose="02020603050405020304" pitchFamily="18" charset="0"/>
              <a:cs typeface="Times New Roman" panose="02020603050405020304" pitchFamily="18" charset="0"/>
            </a:endParaRPr>
          </a:p>
        </p:txBody>
      </p:sp>
      <p:sp>
        <p:nvSpPr>
          <p:cNvPr id="231" name="Google Shape;231;p17"/>
          <p:cNvSpPr/>
          <p:nvPr/>
        </p:nvSpPr>
        <p:spPr>
          <a:xfrm>
            <a:off x="191707" y="328939"/>
            <a:ext cx="5153700" cy="5073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2400"/>
              </a:spcBef>
              <a:spcAft>
                <a:spcPts val="600"/>
              </a:spcAft>
              <a:buClr>
                <a:schemeClr val="dk1"/>
              </a:buClr>
              <a:buSzPts val="2300"/>
              <a:buFont typeface="Arial"/>
              <a:buNone/>
            </a:pPr>
            <a:r>
              <a:rPr lang="en-US" sz="2300" b="1" dirty="0">
                <a:solidFill>
                  <a:schemeClr val="dk1"/>
                </a:solidFill>
              </a:rPr>
              <a:t>Customer &amp; Opportunity</a:t>
            </a:r>
            <a:endParaRPr sz="1800" b="1" dirty="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pic>
        <p:nvPicPr>
          <p:cNvPr id="237" name="Google Shape;237;p18"/>
          <p:cNvPicPr preferRelativeResize="0"/>
          <p:nvPr/>
        </p:nvPicPr>
        <p:blipFill rotWithShape="1">
          <a:blip r:embed="rId3">
            <a:alphaModFix/>
          </a:blip>
          <a:srcRect/>
          <a:stretch/>
        </p:blipFill>
        <p:spPr>
          <a:xfrm>
            <a:off x="0" y="0"/>
            <a:ext cx="9143992" cy="5143501"/>
          </a:xfrm>
          <a:prstGeom prst="rect">
            <a:avLst/>
          </a:prstGeom>
          <a:noFill/>
          <a:ln>
            <a:noFill/>
          </a:ln>
        </p:spPr>
      </p:pic>
      <p:sp>
        <p:nvSpPr>
          <p:cNvPr id="238" name="Google Shape;238;p18"/>
          <p:cNvSpPr/>
          <p:nvPr/>
        </p:nvSpPr>
        <p:spPr>
          <a:xfrm>
            <a:off x="219296" y="1146039"/>
            <a:ext cx="8705400" cy="3149700"/>
          </a:xfrm>
          <a:prstGeom prst="rect">
            <a:avLst/>
          </a:prstGeom>
          <a:noFill/>
          <a:ln>
            <a:noFill/>
          </a:ln>
        </p:spPr>
        <p:txBody>
          <a:bodyPr spcFirstLastPara="1" wrap="square" lIns="91425" tIns="91425" rIns="91425" bIns="91425" anchor="t" anchorCtr="0">
            <a:noAutofit/>
          </a:bodyPr>
          <a:lstStyle/>
          <a:p>
            <a:pPr marL="158750" marR="0" lvl="0" algn="l" rtl="0">
              <a:spcBef>
                <a:spcPts val="1200"/>
              </a:spcBef>
              <a:spcAft>
                <a:spcPts val="0"/>
              </a:spcAft>
              <a:buClr>
                <a:schemeClr val="dk1"/>
              </a:buClr>
              <a:buSzPts val="1100"/>
            </a:pPr>
            <a:r>
              <a:rPr lang="en-US" b="1" dirty="0">
                <a:solidFill>
                  <a:schemeClr val="dk1"/>
                </a:solidFill>
                <a:latin typeface="Times New Roman" panose="02020603050405020304" pitchFamily="18" charset="0"/>
                <a:cs typeface="Times New Roman" panose="02020603050405020304" pitchFamily="18" charset="0"/>
              </a:rPr>
              <a:t>END-TO-END WORKFLOW</a:t>
            </a:r>
          </a:p>
          <a:p>
            <a:pPr marL="387350" marR="0" lvl="0" indent="-228600" algn="l" rtl="0">
              <a:spcBef>
                <a:spcPts val="0"/>
              </a:spcBef>
              <a:spcAft>
                <a:spcPts val="0"/>
              </a:spcAft>
              <a:buClr>
                <a:schemeClr val="dk1"/>
              </a:buClr>
              <a:buSzPts val="1100"/>
              <a:buAutoNum type="arabicPeriod"/>
            </a:pPr>
            <a:endParaRPr lang="en-IN" sz="1200" b="1" dirty="0">
              <a:solidFill>
                <a:schemeClr val="dk1"/>
              </a:solidFill>
              <a:latin typeface="Times New Roman" panose="02020603050405020304" pitchFamily="18" charset="0"/>
              <a:cs typeface="Times New Roman" panose="02020603050405020304" pitchFamily="18" charset="0"/>
            </a:endParaRPr>
          </a:p>
          <a:p>
            <a:pPr marL="387350" marR="0" lvl="0" indent="-228600" algn="l" rtl="0">
              <a:spcBef>
                <a:spcPts val="0"/>
              </a:spcBef>
              <a:spcAft>
                <a:spcPts val="0"/>
              </a:spcAft>
              <a:buClr>
                <a:schemeClr val="dk1"/>
              </a:buClr>
              <a:buSzPts val="1100"/>
              <a:buAutoNum type="arabicPeriod"/>
            </a:pPr>
            <a:r>
              <a:rPr lang="en-US" sz="1200" dirty="0">
                <a:solidFill>
                  <a:schemeClr val="dk1"/>
                </a:solidFill>
                <a:latin typeface="Times New Roman" panose="02020603050405020304" pitchFamily="18" charset="0"/>
                <a:cs typeface="Times New Roman" panose="02020603050405020304" pitchFamily="18" charset="0"/>
              </a:rPr>
              <a:t>Ingest email/PDF/Excel RFQ; OCR scanned pages.</a:t>
            </a:r>
          </a:p>
          <a:p>
            <a:pPr marL="387350" marR="0" lvl="0" indent="-228600" algn="l" rtl="0">
              <a:spcBef>
                <a:spcPts val="0"/>
              </a:spcBef>
              <a:spcAft>
                <a:spcPts val="0"/>
              </a:spcAft>
              <a:buClr>
                <a:schemeClr val="dk1"/>
              </a:buClr>
              <a:buSzPts val="1100"/>
              <a:buAutoNum type="arabicPeriod"/>
            </a:pPr>
            <a:r>
              <a:rPr lang="en-US" sz="1200" dirty="0">
                <a:solidFill>
                  <a:schemeClr val="dk1"/>
                </a:solidFill>
                <a:latin typeface="Times New Roman" panose="02020603050405020304" pitchFamily="18" charset="0"/>
                <a:cs typeface="Times New Roman" panose="02020603050405020304" pitchFamily="18" charset="0"/>
              </a:rPr>
              <a:t>Extract buyer, items, quantities, specifications, due date and terms.</a:t>
            </a:r>
          </a:p>
          <a:p>
            <a:pPr marL="387350" marR="0" lvl="0" indent="-228600" algn="l" rtl="0">
              <a:spcBef>
                <a:spcPts val="0"/>
              </a:spcBef>
              <a:spcAft>
                <a:spcPts val="0"/>
              </a:spcAft>
              <a:buClr>
                <a:schemeClr val="dk1"/>
              </a:buClr>
              <a:buSzPts val="1100"/>
              <a:buAutoNum type="arabicPeriod"/>
            </a:pPr>
            <a:r>
              <a:rPr lang="en-US" sz="1200" dirty="0">
                <a:solidFill>
                  <a:schemeClr val="dk1"/>
                </a:solidFill>
                <a:latin typeface="Times New Roman" panose="02020603050405020304" pitchFamily="18" charset="0"/>
                <a:cs typeface="Times New Roman" panose="02020603050405020304" pitchFamily="18" charset="0"/>
              </a:rPr>
              <a:t>Detect gaps and draft clarification questions.</a:t>
            </a:r>
          </a:p>
          <a:p>
            <a:pPr marL="387350" marR="0" lvl="0" indent="-228600" algn="l" rtl="0">
              <a:spcBef>
                <a:spcPts val="0"/>
              </a:spcBef>
              <a:spcAft>
                <a:spcPts val="0"/>
              </a:spcAft>
              <a:buClr>
                <a:schemeClr val="dk1"/>
              </a:buClr>
              <a:buSzPts val="1100"/>
              <a:buAutoNum type="arabicPeriod"/>
            </a:pPr>
            <a:r>
              <a:rPr lang="en-US" sz="1200" dirty="0">
                <a:solidFill>
                  <a:schemeClr val="dk1"/>
                </a:solidFill>
                <a:latin typeface="Times New Roman" panose="02020603050405020304" pitchFamily="18" charset="0"/>
                <a:cs typeface="Times New Roman" panose="02020603050405020304" pitchFamily="18" charset="0"/>
              </a:rPr>
              <a:t>Hybrid-search catalogue; </a:t>
            </a:r>
            <a:r>
              <a:rPr lang="en-US" sz="1200" dirty="0" err="1">
                <a:solidFill>
                  <a:schemeClr val="dk1"/>
                </a:solidFill>
                <a:latin typeface="Times New Roman" panose="02020603050405020304" pitchFamily="18" charset="0"/>
                <a:cs typeface="Times New Roman" panose="02020603050405020304" pitchFamily="18" charset="0"/>
              </a:rPr>
              <a:t>rerank</a:t>
            </a:r>
            <a:r>
              <a:rPr lang="en-US" sz="1200" dirty="0">
                <a:solidFill>
                  <a:schemeClr val="dk1"/>
                </a:solidFill>
                <a:latin typeface="Times New Roman" panose="02020603050405020304" pitchFamily="18" charset="0"/>
                <a:cs typeface="Times New Roman" panose="02020603050405020304" pitchFamily="18" charset="0"/>
              </a:rPr>
              <a:t> by requirement coverage.</a:t>
            </a:r>
          </a:p>
          <a:p>
            <a:pPr marL="387350" marR="0" lvl="0" indent="-228600" algn="l" rtl="0">
              <a:spcBef>
                <a:spcPts val="0"/>
              </a:spcBef>
              <a:spcAft>
                <a:spcPts val="0"/>
              </a:spcAft>
              <a:buClr>
                <a:schemeClr val="dk1"/>
              </a:buClr>
              <a:buSzPts val="1100"/>
              <a:buAutoNum type="arabicPeriod"/>
            </a:pPr>
            <a:r>
              <a:rPr lang="en-US" sz="1200" dirty="0">
                <a:solidFill>
                  <a:schemeClr val="dk1"/>
                </a:solidFill>
                <a:latin typeface="Times New Roman" panose="02020603050405020304" pitchFamily="18" charset="0"/>
                <a:cs typeface="Times New Roman" panose="02020603050405020304" pitchFamily="18" charset="0"/>
              </a:rPr>
              <a:t>Fetch inventory, lead time and approved pricing.</a:t>
            </a:r>
          </a:p>
          <a:p>
            <a:pPr marL="387350" marR="0" lvl="0" indent="-228600" algn="l" rtl="0">
              <a:spcBef>
                <a:spcPts val="0"/>
              </a:spcBef>
              <a:spcAft>
                <a:spcPts val="0"/>
              </a:spcAft>
              <a:buClr>
                <a:schemeClr val="dk1"/>
              </a:buClr>
              <a:buSzPts val="1100"/>
              <a:buAutoNum type="arabicPeriod"/>
            </a:pPr>
            <a:r>
              <a:rPr lang="en-US" sz="1200" dirty="0">
                <a:solidFill>
                  <a:schemeClr val="dk1"/>
                </a:solidFill>
                <a:latin typeface="Times New Roman" panose="02020603050405020304" pitchFamily="18" charset="0"/>
                <a:cs typeface="Times New Roman" panose="02020603050405020304" pitchFamily="18" charset="0"/>
              </a:rPr>
              <a:t>Apply discount, tax, freight and minimum-margin rules.</a:t>
            </a:r>
          </a:p>
          <a:p>
            <a:pPr marL="387350" marR="0" lvl="0" indent="-228600" algn="l" rtl="0">
              <a:spcBef>
                <a:spcPts val="0"/>
              </a:spcBef>
              <a:spcAft>
                <a:spcPts val="0"/>
              </a:spcAft>
              <a:buClr>
                <a:schemeClr val="dk1"/>
              </a:buClr>
              <a:buSzPts val="1100"/>
              <a:buAutoNum type="arabicPeriod"/>
            </a:pPr>
            <a:r>
              <a:rPr lang="en-US" sz="1200" dirty="0">
                <a:solidFill>
                  <a:schemeClr val="dk1"/>
                </a:solidFill>
                <a:latin typeface="Times New Roman" panose="02020603050405020304" pitchFamily="18" charset="0"/>
                <a:cs typeface="Times New Roman" panose="02020603050405020304" pitchFamily="18" charset="0"/>
              </a:rPr>
              <a:t>Flag incompatibility, low confidence and risky terms.</a:t>
            </a:r>
          </a:p>
          <a:p>
            <a:pPr marL="387350" marR="0" lvl="0" indent="-228600" algn="l" rtl="0">
              <a:spcBef>
                <a:spcPts val="0"/>
              </a:spcBef>
              <a:spcAft>
                <a:spcPts val="0"/>
              </a:spcAft>
              <a:buClr>
                <a:schemeClr val="dk1"/>
              </a:buClr>
              <a:buSzPts val="1100"/>
              <a:buAutoNum type="arabicPeriod"/>
            </a:pPr>
            <a:r>
              <a:rPr lang="en-US" sz="1200" dirty="0">
                <a:solidFill>
                  <a:schemeClr val="dk1"/>
                </a:solidFill>
                <a:latin typeface="Times New Roman" panose="02020603050405020304" pitchFamily="18" charset="0"/>
                <a:cs typeface="Times New Roman" panose="02020603050405020304" pitchFamily="18" charset="0"/>
              </a:rPr>
              <a:t>Generate editable quote + PDF with assumptions/exclusions.</a:t>
            </a:r>
          </a:p>
          <a:p>
            <a:pPr marL="387350" marR="0" lvl="0" indent="-228600" algn="l" rtl="0">
              <a:spcBef>
                <a:spcPts val="0"/>
              </a:spcBef>
              <a:spcAft>
                <a:spcPts val="0"/>
              </a:spcAft>
              <a:buClr>
                <a:schemeClr val="dk1"/>
              </a:buClr>
              <a:buSzPts val="1100"/>
              <a:buAutoNum type="arabicPeriod"/>
            </a:pPr>
            <a:r>
              <a:rPr lang="en-US" sz="1200" dirty="0">
                <a:solidFill>
                  <a:schemeClr val="dk1"/>
                </a:solidFill>
                <a:latin typeface="Times New Roman" panose="02020603050405020304" pitchFamily="18" charset="0"/>
                <a:cs typeface="Times New Roman" panose="02020603050405020304" pitchFamily="18" charset="0"/>
              </a:rPr>
              <a:t>Require salesperson approval before sending or CRM update.</a:t>
            </a:r>
          </a:p>
          <a:p>
            <a:pPr marL="387350" marR="0" lvl="0" indent="-228600" algn="l" rtl="0">
              <a:spcBef>
                <a:spcPts val="0"/>
              </a:spcBef>
              <a:spcAft>
                <a:spcPts val="0"/>
              </a:spcAft>
              <a:buClr>
                <a:schemeClr val="dk1"/>
              </a:buClr>
              <a:buSzPts val="1100"/>
              <a:buAutoNum type="arabicPeriod"/>
            </a:pPr>
            <a:r>
              <a:rPr lang="en-US" sz="1200" dirty="0">
                <a:solidFill>
                  <a:schemeClr val="dk1"/>
                </a:solidFill>
                <a:latin typeface="Times New Roman" panose="02020603050405020304" pitchFamily="18" charset="0"/>
                <a:cs typeface="Times New Roman" panose="02020603050405020304" pitchFamily="18" charset="0"/>
              </a:rPr>
              <a:t>Schedule follow-up; capture accepted corrections.</a:t>
            </a:r>
            <a:endParaRPr sz="1200" dirty="0">
              <a:solidFill>
                <a:schemeClr val="dk1"/>
              </a:solidFill>
              <a:latin typeface="Times New Roman" panose="02020603050405020304" pitchFamily="18" charset="0"/>
              <a:cs typeface="Times New Roman" panose="02020603050405020304" pitchFamily="18" charset="0"/>
            </a:endParaRPr>
          </a:p>
        </p:txBody>
      </p:sp>
      <p:sp>
        <p:nvSpPr>
          <p:cNvPr id="239" name="Google Shape;239;p18"/>
          <p:cNvSpPr/>
          <p:nvPr/>
        </p:nvSpPr>
        <p:spPr>
          <a:xfrm>
            <a:off x="244715" y="428700"/>
            <a:ext cx="5153700" cy="5073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2400"/>
              </a:spcBef>
              <a:spcAft>
                <a:spcPts val="600"/>
              </a:spcAft>
              <a:buClr>
                <a:schemeClr val="dk1"/>
              </a:buClr>
              <a:buSzPts val="2300"/>
              <a:buFont typeface="Arial"/>
              <a:buNone/>
            </a:pPr>
            <a:r>
              <a:rPr lang="en-US" sz="2300" b="1" dirty="0">
                <a:solidFill>
                  <a:schemeClr val="dk1"/>
                </a:solidFill>
              </a:rPr>
              <a:t>Proposed Solution</a:t>
            </a:r>
            <a:endParaRPr sz="1800" b="1" dirty="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pic>
        <p:nvPicPr>
          <p:cNvPr id="245" name="Google Shape;245;p19"/>
          <p:cNvPicPr preferRelativeResize="0"/>
          <p:nvPr/>
        </p:nvPicPr>
        <p:blipFill rotWithShape="1">
          <a:blip r:embed="rId3">
            <a:alphaModFix/>
          </a:blip>
          <a:srcRect/>
          <a:stretch/>
        </p:blipFill>
        <p:spPr>
          <a:xfrm>
            <a:off x="0" y="0"/>
            <a:ext cx="9143992" cy="5143501"/>
          </a:xfrm>
          <a:prstGeom prst="rect">
            <a:avLst/>
          </a:prstGeom>
          <a:noFill/>
          <a:ln>
            <a:noFill/>
          </a:ln>
        </p:spPr>
      </p:pic>
      <p:sp>
        <p:nvSpPr>
          <p:cNvPr id="246" name="Google Shape;246;p19"/>
          <p:cNvSpPr/>
          <p:nvPr/>
        </p:nvSpPr>
        <p:spPr>
          <a:xfrm>
            <a:off x="238089" y="1112908"/>
            <a:ext cx="8705400" cy="3149700"/>
          </a:xfrm>
          <a:prstGeom prst="rect">
            <a:avLst/>
          </a:prstGeom>
          <a:noFill/>
          <a:ln>
            <a:noFill/>
          </a:ln>
        </p:spPr>
        <p:txBody>
          <a:bodyPr spcFirstLastPara="1" wrap="square" lIns="91425" tIns="91425" rIns="91425" bIns="91425" anchor="t" anchorCtr="0">
            <a:noAutofit/>
          </a:bodyPr>
          <a:lstStyle/>
          <a:p>
            <a:pPr marL="158750" marR="0" lvl="0" algn="just" rtl="0">
              <a:lnSpc>
                <a:spcPct val="115000"/>
              </a:lnSpc>
              <a:spcBef>
                <a:spcPts val="1200"/>
              </a:spcBef>
              <a:spcAft>
                <a:spcPts val="0"/>
              </a:spcAft>
              <a:buClr>
                <a:schemeClr val="dk1"/>
              </a:buClr>
              <a:buSzPts val="1100"/>
            </a:pPr>
            <a:r>
              <a:rPr lang="en-US" sz="1200" b="1" dirty="0">
                <a:solidFill>
                  <a:schemeClr val="dk1"/>
                </a:solidFill>
                <a:latin typeface="Times New Roman" panose="02020603050405020304" pitchFamily="18" charset="0"/>
                <a:cs typeface="Times New Roman" panose="02020603050405020304" pitchFamily="18" charset="0"/>
              </a:rPr>
              <a:t>MULTI-AGENT DESIGN</a:t>
            </a:r>
            <a:endParaRPr sz="1200" b="1" dirty="0">
              <a:solidFill>
                <a:schemeClr val="dk1"/>
              </a:solidFill>
              <a:latin typeface="Times New Roman" panose="02020603050405020304" pitchFamily="18" charset="0"/>
              <a:cs typeface="Times New Roman" panose="02020603050405020304" pitchFamily="18" charset="0"/>
            </a:endParaRPr>
          </a:p>
          <a:p>
            <a:pPr marL="158750" marR="0" lvl="0" algn="just" rtl="0">
              <a:lnSpc>
                <a:spcPct val="115000"/>
              </a:lnSpc>
              <a:spcBef>
                <a:spcPts val="0"/>
              </a:spcBef>
              <a:spcAft>
                <a:spcPts val="0"/>
              </a:spcAft>
              <a:buClr>
                <a:schemeClr val="dk1"/>
              </a:buClr>
              <a:buSzPts val="1100"/>
            </a:pPr>
            <a:r>
              <a:rPr lang="en-US" sz="1200" dirty="0">
                <a:solidFill>
                  <a:schemeClr val="dk1"/>
                </a:solidFill>
                <a:latin typeface="Times New Roman" panose="02020603050405020304" pitchFamily="18" charset="0"/>
                <a:cs typeface="Times New Roman" panose="02020603050405020304" pitchFamily="18" charset="0"/>
              </a:rPr>
              <a:t>• Intake: classify files, OCR and extract structured fields.</a:t>
            </a:r>
            <a:endParaRPr sz="1200" dirty="0">
              <a:solidFill>
                <a:schemeClr val="dk1"/>
              </a:solidFill>
              <a:latin typeface="Times New Roman" panose="02020603050405020304" pitchFamily="18" charset="0"/>
              <a:cs typeface="Times New Roman" panose="02020603050405020304" pitchFamily="18" charset="0"/>
            </a:endParaRPr>
          </a:p>
          <a:p>
            <a:pPr marL="158750" marR="0" lvl="0" algn="just" rtl="0">
              <a:lnSpc>
                <a:spcPct val="115000"/>
              </a:lnSpc>
              <a:spcBef>
                <a:spcPts val="0"/>
              </a:spcBef>
              <a:spcAft>
                <a:spcPts val="0"/>
              </a:spcAft>
              <a:buClr>
                <a:schemeClr val="dk1"/>
              </a:buClr>
              <a:buSzPts val="1100"/>
            </a:pPr>
            <a:r>
              <a:rPr lang="en-US" sz="1200" dirty="0">
                <a:solidFill>
                  <a:schemeClr val="dk1"/>
                </a:solidFill>
                <a:latin typeface="Times New Roman" panose="02020603050405020304" pitchFamily="18" charset="0"/>
                <a:cs typeface="Times New Roman" panose="02020603050405020304" pitchFamily="18" charset="0"/>
              </a:rPr>
              <a:t>• Requirement: </a:t>
            </a:r>
            <a:r>
              <a:rPr lang="en-US" sz="1200" dirty="0" err="1">
                <a:solidFill>
                  <a:schemeClr val="dk1"/>
                </a:solidFill>
                <a:latin typeface="Times New Roman" panose="02020603050405020304" pitchFamily="18" charset="0"/>
                <a:cs typeface="Times New Roman" panose="02020603050405020304" pitchFamily="18" charset="0"/>
              </a:rPr>
              <a:t>normalise</a:t>
            </a:r>
            <a:r>
              <a:rPr lang="en-US" sz="1200" dirty="0">
                <a:solidFill>
                  <a:schemeClr val="dk1"/>
                </a:solidFill>
                <a:latin typeface="Times New Roman" panose="02020603050405020304" pitchFamily="18" charset="0"/>
                <a:cs typeface="Times New Roman" panose="02020603050405020304" pitchFamily="18" charset="0"/>
              </a:rPr>
              <a:t> units/attributes; identify gaps.</a:t>
            </a:r>
            <a:endParaRPr sz="1200" dirty="0">
              <a:solidFill>
                <a:schemeClr val="dk1"/>
              </a:solidFill>
              <a:latin typeface="Times New Roman" panose="02020603050405020304" pitchFamily="18" charset="0"/>
              <a:cs typeface="Times New Roman" panose="02020603050405020304" pitchFamily="18" charset="0"/>
            </a:endParaRPr>
          </a:p>
          <a:p>
            <a:pPr marL="158750" marR="0" lvl="0" algn="just" rtl="0">
              <a:lnSpc>
                <a:spcPct val="115000"/>
              </a:lnSpc>
              <a:spcBef>
                <a:spcPts val="0"/>
              </a:spcBef>
              <a:spcAft>
                <a:spcPts val="0"/>
              </a:spcAft>
              <a:buClr>
                <a:schemeClr val="dk1"/>
              </a:buClr>
              <a:buSzPts val="1100"/>
            </a:pPr>
            <a:r>
              <a:rPr lang="en-US" sz="1200" dirty="0">
                <a:solidFill>
                  <a:schemeClr val="dk1"/>
                </a:solidFill>
                <a:latin typeface="Times New Roman" panose="02020603050405020304" pitchFamily="18" charset="0"/>
                <a:cs typeface="Times New Roman" panose="02020603050405020304" pitchFamily="18" charset="0"/>
              </a:rPr>
              <a:t>• Catalogue: hybrid retrieval + reranking with datasheet evidence.</a:t>
            </a:r>
            <a:endParaRPr sz="1200" dirty="0">
              <a:solidFill>
                <a:schemeClr val="dk1"/>
              </a:solidFill>
              <a:latin typeface="Times New Roman" panose="02020603050405020304" pitchFamily="18" charset="0"/>
              <a:cs typeface="Times New Roman" panose="02020603050405020304" pitchFamily="18" charset="0"/>
            </a:endParaRPr>
          </a:p>
          <a:p>
            <a:pPr marL="158750" marR="0" lvl="0" algn="just" rtl="0">
              <a:lnSpc>
                <a:spcPct val="115000"/>
              </a:lnSpc>
              <a:spcBef>
                <a:spcPts val="0"/>
              </a:spcBef>
              <a:spcAft>
                <a:spcPts val="0"/>
              </a:spcAft>
              <a:buClr>
                <a:schemeClr val="dk1"/>
              </a:buClr>
              <a:buSzPts val="1100"/>
            </a:pPr>
            <a:r>
              <a:rPr lang="en-US" sz="1200" dirty="0">
                <a:solidFill>
                  <a:schemeClr val="dk1"/>
                </a:solidFill>
                <a:latin typeface="Times New Roman" panose="02020603050405020304" pitchFamily="18" charset="0"/>
                <a:cs typeface="Times New Roman" panose="02020603050405020304" pitchFamily="18" charset="0"/>
              </a:rPr>
              <a:t>• Commercial: query price/stock/lead time; calculate margin/tax via rules.</a:t>
            </a:r>
            <a:endParaRPr sz="1200" dirty="0">
              <a:solidFill>
                <a:schemeClr val="dk1"/>
              </a:solidFill>
              <a:latin typeface="Times New Roman" panose="02020603050405020304" pitchFamily="18" charset="0"/>
              <a:cs typeface="Times New Roman" panose="02020603050405020304" pitchFamily="18" charset="0"/>
            </a:endParaRPr>
          </a:p>
          <a:p>
            <a:pPr marL="158750" marR="0" lvl="0" algn="just" rtl="0">
              <a:lnSpc>
                <a:spcPct val="115000"/>
              </a:lnSpc>
              <a:spcBef>
                <a:spcPts val="0"/>
              </a:spcBef>
              <a:spcAft>
                <a:spcPts val="0"/>
              </a:spcAft>
              <a:buClr>
                <a:schemeClr val="dk1"/>
              </a:buClr>
              <a:buSzPts val="1100"/>
            </a:pPr>
            <a:r>
              <a:rPr lang="en-US" sz="1200" dirty="0">
                <a:solidFill>
                  <a:schemeClr val="dk1"/>
                </a:solidFill>
                <a:latin typeface="Times New Roman" panose="02020603050405020304" pitchFamily="18" charset="0"/>
                <a:cs typeface="Times New Roman" panose="02020603050405020304" pitchFamily="18" charset="0"/>
              </a:rPr>
              <a:t>• Risk: check compatibility, confidence, exclusions and policy violations.</a:t>
            </a:r>
            <a:endParaRPr sz="1200" dirty="0">
              <a:solidFill>
                <a:schemeClr val="dk1"/>
              </a:solidFill>
              <a:latin typeface="Times New Roman" panose="02020603050405020304" pitchFamily="18" charset="0"/>
              <a:cs typeface="Times New Roman" panose="02020603050405020304" pitchFamily="18" charset="0"/>
            </a:endParaRPr>
          </a:p>
          <a:p>
            <a:pPr marL="158750" marR="0" lvl="0" algn="just" rtl="0">
              <a:lnSpc>
                <a:spcPct val="115000"/>
              </a:lnSpc>
              <a:spcBef>
                <a:spcPts val="0"/>
              </a:spcBef>
              <a:spcAft>
                <a:spcPts val="0"/>
              </a:spcAft>
              <a:buClr>
                <a:schemeClr val="dk1"/>
              </a:buClr>
              <a:buSzPts val="1100"/>
            </a:pPr>
            <a:r>
              <a:rPr lang="en-US" sz="1200" dirty="0">
                <a:solidFill>
                  <a:schemeClr val="dk1"/>
                </a:solidFill>
                <a:latin typeface="Times New Roman" panose="02020603050405020304" pitchFamily="18" charset="0"/>
                <a:cs typeface="Times New Roman" panose="02020603050405020304" pitchFamily="18" charset="0"/>
              </a:rPr>
              <a:t>• Quote: render approved template and follow-up drafts.</a:t>
            </a:r>
          </a:p>
          <a:p>
            <a:pPr marL="158750" marR="0" lvl="0" algn="just" rtl="0">
              <a:lnSpc>
                <a:spcPct val="115000"/>
              </a:lnSpc>
              <a:spcBef>
                <a:spcPts val="0"/>
              </a:spcBef>
              <a:spcAft>
                <a:spcPts val="0"/>
              </a:spcAft>
              <a:buClr>
                <a:schemeClr val="dk1"/>
              </a:buClr>
              <a:buSzPts val="1100"/>
            </a:pPr>
            <a:endParaRPr sz="1200" dirty="0">
              <a:solidFill>
                <a:schemeClr val="dk1"/>
              </a:solidFill>
              <a:latin typeface="Times New Roman" panose="02020603050405020304" pitchFamily="18" charset="0"/>
              <a:cs typeface="Times New Roman" panose="02020603050405020304" pitchFamily="18" charset="0"/>
            </a:endParaRPr>
          </a:p>
          <a:p>
            <a:pPr marL="158750" marR="0" lvl="0" algn="just" rtl="0">
              <a:lnSpc>
                <a:spcPct val="115000"/>
              </a:lnSpc>
              <a:spcBef>
                <a:spcPts val="0"/>
              </a:spcBef>
              <a:spcAft>
                <a:spcPts val="0"/>
              </a:spcAft>
              <a:buClr>
                <a:schemeClr val="dk1"/>
              </a:buClr>
              <a:buSzPts val="1100"/>
            </a:pPr>
            <a:r>
              <a:rPr lang="en-US" sz="1200" b="1" dirty="0">
                <a:solidFill>
                  <a:schemeClr val="dk1"/>
                </a:solidFill>
                <a:latin typeface="Times New Roman" panose="02020603050405020304" pitchFamily="18" charset="0"/>
                <a:cs typeface="Times New Roman" panose="02020603050405020304" pitchFamily="18" charset="0"/>
              </a:rPr>
              <a:t>PROPOSED STACK</a:t>
            </a:r>
            <a:endParaRPr sz="1200" b="1" dirty="0">
              <a:solidFill>
                <a:schemeClr val="dk1"/>
              </a:solidFill>
              <a:latin typeface="Times New Roman" panose="02020603050405020304" pitchFamily="18" charset="0"/>
              <a:cs typeface="Times New Roman" panose="02020603050405020304" pitchFamily="18" charset="0"/>
            </a:endParaRPr>
          </a:p>
          <a:p>
            <a:pPr marL="330200" marR="0" lvl="0" indent="-171450" algn="just" rtl="0">
              <a:lnSpc>
                <a:spcPct val="115000"/>
              </a:lnSpc>
              <a:spcBef>
                <a:spcPts val="0"/>
              </a:spcBef>
              <a:spcAft>
                <a:spcPts val="0"/>
              </a:spcAft>
              <a:buClr>
                <a:schemeClr val="dk1"/>
              </a:buClr>
              <a:buSzPts val="1100"/>
              <a:buFont typeface="Arial" panose="020B0604020202020204" pitchFamily="34" charset="0"/>
              <a:buChar char="•"/>
            </a:pPr>
            <a:r>
              <a:rPr lang="en-US" sz="1200" dirty="0" err="1">
                <a:solidFill>
                  <a:schemeClr val="dk1"/>
                </a:solidFill>
                <a:latin typeface="Times New Roman" panose="02020603050405020304" pitchFamily="18" charset="0"/>
                <a:cs typeface="Times New Roman" panose="02020603050405020304" pitchFamily="18" charset="0"/>
              </a:rPr>
              <a:t>FastAPI</a:t>
            </a:r>
            <a:r>
              <a:rPr lang="en-US" sz="1200" dirty="0">
                <a:solidFill>
                  <a:schemeClr val="dk1"/>
                </a:solidFill>
                <a:latin typeface="Times New Roman" panose="02020603050405020304" pitchFamily="18" charset="0"/>
                <a:cs typeface="Times New Roman" panose="02020603050405020304" pitchFamily="18" charset="0"/>
              </a:rPr>
              <a:t>; </a:t>
            </a:r>
            <a:r>
              <a:rPr lang="en-US" sz="1200" dirty="0" err="1">
                <a:solidFill>
                  <a:schemeClr val="dk1"/>
                </a:solidFill>
                <a:latin typeface="Times New Roman" panose="02020603050405020304" pitchFamily="18" charset="0"/>
                <a:cs typeface="Times New Roman" panose="02020603050405020304" pitchFamily="18" charset="0"/>
              </a:rPr>
              <a:t>LangGraph</a:t>
            </a:r>
            <a:r>
              <a:rPr lang="en-US" sz="1200" dirty="0">
                <a:solidFill>
                  <a:schemeClr val="dk1"/>
                </a:solidFill>
                <a:latin typeface="Times New Roman" panose="02020603050405020304" pitchFamily="18" charset="0"/>
                <a:cs typeface="Times New Roman" panose="02020603050405020304" pitchFamily="18" charset="0"/>
              </a:rPr>
              <a:t>/ADK; Gemini structured output; PostgreSQL/</a:t>
            </a:r>
            <a:r>
              <a:rPr lang="en-US" sz="1200" dirty="0" err="1">
                <a:solidFill>
                  <a:schemeClr val="dk1"/>
                </a:solidFill>
                <a:latin typeface="Times New Roman" panose="02020603050405020304" pitchFamily="18" charset="0"/>
                <a:cs typeface="Times New Roman" panose="02020603050405020304" pitchFamily="18" charset="0"/>
              </a:rPr>
              <a:t>pgvector</a:t>
            </a:r>
            <a:r>
              <a:rPr lang="en-US" sz="1200" dirty="0">
                <a:solidFill>
                  <a:schemeClr val="dk1"/>
                </a:solidFill>
                <a:latin typeface="Times New Roman" panose="02020603050405020304" pitchFamily="18" charset="0"/>
                <a:cs typeface="Times New Roman" panose="02020603050405020304" pitchFamily="18" charset="0"/>
              </a:rPr>
              <a:t>; rules service; React; Docker/Cloud Run; auth, tenant isolation, encryption, logs and monitoring.</a:t>
            </a:r>
            <a:endParaRPr sz="1200" dirty="0">
              <a:solidFill>
                <a:schemeClr val="dk1"/>
              </a:solidFill>
              <a:latin typeface="Times New Roman" panose="02020603050405020304" pitchFamily="18" charset="0"/>
              <a:cs typeface="Times New Roman" panose="02020603050405020304" pitchFamily="18" charset="0"/>
            </a:endParaRPr>
          </a:p>
          <a:p>
            <a:pPr marL="158750" marR="0" lvl="0" algn="just" rtl="0">
              <a:lnSpc>
                <a:spcPct val="115000"/>
              </a:lnSpc>
              <a:spcBef>
                <a:spcPts val="0"/>
              </a:spcBef>
              <a:spcAft>
                <a:spcPts val="0"/>
              </a:spcAft>
              <a:buClr>
                <a:schemeClr val="dk1"/>
              </a:buClr>
              <a:buSzPts val="1100"/>
            </a:pPr>
            <a:endParaRPr lang="en-US" sz="1200" b="1" dirty="0">
              <a:solidFill>
                <a:schemeClr val="dk1"/>
              </a:solidFill>
              <a:latin typeface="Times New Roman" panose="02020603050405020304" pitchFamily="18" charset="0"/>
              <a:cs typeface="Times New Roman" panose="02020603050405020304" pitchFamily="18" charset="0"/>
            </a:endParaRPr>
          </a:p>
          <a:p>
            <a:pPr marL="158750" marR="0" lvl="0" algn="just" rtl="0">
              <a:lnSpc>
                <a:spcPct val="115000"/>
              </a:lnSpc>
              <a:spcBef>
                <a:spcPts val="0"/>
              </a:spcBef>
              <a:spcAft>
                <a:spcPts val="0"/>
              </a:spcAft>
              <a:buClr>
                <a:schemeClr val="dk1"/>
              </a:buClr>
              <a:buSzPts val="1100"/>
            </a:pPr>
            <a:r>
              <a:rPr lang="en-US" sz="1200" b="1" dirty="0">
                <a:solidFill>
                  <a:schemeClr val="dk1"/>
                </a:solidFill>
                <a:latin typeface="Times New Roman" panose="02020603050405020304" pitchFamily="18" charset="0"/>
                <a:cs typeface="Times New Roman" panose="02020603050405020304" pitchFamily="18" charset="0"/>
              </a:rPr>
              <a:t>NOT AN AI WRAPPER</a:t>
            </a:r>
            <a:endParaRPr sz="1200" b="1" dirty="0">
              <a:solidFill>
                <a:schemeClr val="dk1"/>
              </a:solidFill>
              <a:latin typeface="Times New Roman" panose="02020603050405020304" pitchFamily="18" charset="0"/>
              <a:cs typeface="Times New Roman" panose="02020603050405020304" pitchFamily="18" charset="0"/>
            </a:endParaRPr>
          </a:p>
          <a:p>
            <a:pPr marL="330200" marR="0" lvl="0" indent="-171450" algn="just" rtl="0">
              <a:lnSpc>
                <a:spcPct val="115000"/>
              </a:lnSpc>
              <a:spcBef>
                <a:spcPts val="0"/>
              </a:spcBef>
              <a:spcAft>
                <a:spcPts val="0"/>
              </a:spcAft>
              <a:buClr>
                <a:schemeClr val="dk1"/>
              </a:buClr>
              <a:buSzPts val="1100"/>
              <a:buFont typeface="Arial" panose="020B0604020202020204" pitchFamily="34" charset="0"/>
              <a:buChar char="•"/>
            </a:pPr>
            <a:r>
              <a:rPr lang="en-US" sz="1200" dirty="0">
                <a:solidFill>
                  <a:schemeClr val="dk1"/>
                </a:solidFill>
                <a:latin typeface="Times New Roman" panose="02020603050405020304" pitchFamily="18" charset="0"/>
                <a:cs typeface="Times New Roman" panose="02020603050405020304" pitchFamily="18" charset="0"/>
              </a:rPr>
              <a:t>Defensibility comes from ontology, grounded retrieval, executable rules, integrations, confidence routing, correction feedback and auditable approval.</a:t>
            </a:r>
            <a:endParaRPr sz="1200" dirty="0">
              <a:solidFill>
                <a:schemeClr val="dk1"/>
              </a:solidFill>
              <a:latin typeface="Times New Roman" panose="02020603050405020304" pitchFamily="18" charset="0"/>
              <a:cs typeface="Times New Roman" panose="02020603050405020304" pitchFamily="18" charset="0"/>
            </a:endParaRPr>
          </a:p>
        </p:txBody>
      </p:sp>
      <p:sp>
        <p:nvSpPr>
          <p:cNvPr id="247" name="Google Shape;247;p19"/>
          <p:cNvSpPr/>
          <p:nvPr/>
        </p:nvSpPr>
        <p:spPr>
          <a:xfrm>
            <a:off x="238089" y="428700"/>
            <a:ext cx="5153700" cy="5073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2400"/>
              </a:spcBef>
              <a:spcAft>
                <a:spcPts val="600"/>
              </a:spcAft>
              <a:buClr>
                <a:schemeClr val="dk1"/>
              </a:buClr>
              <a:buSzPts val="2300"/>
              <a:buFont typeface="Arial"/>
              <a:buNone/>
            </a:pPr>
            <a:r>
              <a:rPr lang="en-US" sz="2300" b="1" dirty="0">
                <a:solidFill>
                  <a:schemeClr val="dk1"/>
                </a:solidFill>
              </a:rPr>
              <a:t>Technology &amp; AI Approach</a:t>
            </a:r>
            <a:endParaRPr sz="1800" b="1" dirty="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pic>
        <p:nvPicPr>
          <p:cNvPr id="253" name="Google Shape;253;p20"/>
          <p:cNvPicPr preferRelativeResize="0"/>
          <p:nvPr/>
        </p:nvPicPr>
        <p:blipFill rotWithShape="1">
          <a:blip r:embed="rId3">
            <a:alphaModFix/>
          </a:blip>
          <a:srcRect/>
          <a:stretch/>
        </p:blipFill>
        <p:spPr>
          <a:xfrm>
            <a:off x="0" y="0"/>
            <a:ext cx="9143992" cy="5143501"/>
          </a:xfrm>
          <a:prstGeom prst="rect">
            <a:avLst/>
          </a:prstGeom>
          <a:noFill/>
          <a:ln>
            <a:noFill/>
          </a:ln>
        </p:spPr>
      </p:pic>
      <p:sp>
        <p:nvSpPr>
          <p:cNvPr id="254" name="Google Shape;254;p20"/>
          <p:cNvSpPr/>
          <p:nvPr/>
        </p:nvSpPr>
        <p:spPr>
          <a:xfrm>
            <a:off x="293572" y="1093030"/>
            <a:ext cx="8705400" cy="3149700"/>
          </a:xfrm>
          <a:prstGeom prst="rect">
            <a:avLst/>
          </a:prstGeom>
          <a:noFill/>
          <a:ln>
            <a:noFill/>
          </a:ln>
        </p:spPr>
        <p:txBody>
          <a:bodyPr spcFirstLastPara="1" wrap="square" lIns="91425" tIns="91425" rIns="91425" bIns="91425" anchor="t" anchorCtr="0">
            <a:noAutofit/>
          </a:bodyPr>
          <a:lstStyle/>
          <a:p>
            <a:pPr marL="158750" marR="0" lvl="0" algn="l" rtl="0">
              <a:lnSpc>
                <a:spcPct val="115000"/>
              </a:lnSpc>
              <a:spcBef>
                <a:spcPts val="1200"/>
              </a:spcBef>
              <a:spcAft>
                <a:spcPts val="0"/>
              </a:spcAft>
              <a:buClr>
                <a:schemeClr val="dk1"/>
              </a:buClr>
              <a:buSzPts val="1100"/>
            </a:pPr>
            <a:r>
              <a:rPr lang="en-US" sz="1100" b="1" dirty="0">
                <a:solidFill>
                  <a:schemeClr val="dk1"/>
                </a:solidFill>
                <a:latin typeface="Times New Roman" panose="02020603050405020304" pitchFamily="18" charset="0"/>
                <a:cs typeface="Times New Roman" panose="02020603050405020304" pitchFamily="18" charset="0"/>
              </a:rPr>
              <a:t>CURRENT ALTERNATIVES</a:t>
            </a:r>
          </a:p>
          <a:p>
            <a:pPr marL="158750" marR="0" lvl="0" algn="l" rtl="0">
              <a:lnSpc>
                <a:spcPct val="115000"/>
              </a:lnSpc>
              <a:spcBef>
                <a:spcPts val="0"/>
              </a:spcBef>
              <a:spcAft>
                <a:spcPts val="0"/>
              </a:spcAft>
              <a:buClr>
                <a:schemeClr val="dk1"/>
              </a:buClr>
              <a:buSzPts val="1100"/>
            </a:pPr>
            <a:endParaRPr lang="en-IN" sz="1100" b="1" dirty="0">
              <a:solidFill>
                <a:schemeClr val="dk1"/>
              </a:solidFill>
              <a:latin typeface="Times New Roman" panose="02020603050405020304" pitchFamily="18" charset="0"/>
              <a:cs typeface="Times New Roman" panose="02020603050405020304" pitchFamily="18" charset="0"/>
            </a:endParaRPr>
          </a:p>
          <a:p>
            <a:pPr marL="158750" marR="0" lvl="0" algn="l" rtl="0">
              <a:lnSpc>
                <a:spcPct val="115000"/>
              </a:lnSpc>
              <a:spcBef>
                <a:spcPts val="0"/>
              </a:spcBef>
              <a:spcAft>
                <a:spcPts val="0"/>
              </a:spcAft>
              <a:buClr>
                <a:schemeClr val="dk1"/>
              </a:buClr>
              <a:buSzPts val="1100"/>
            </a:pPr>
            <a:r>
              <a:rPr lang="en-US" sz="1100" dirty="0">
                <a:solidFill>
                  <a:schemeClr val="dk1"/>
                </a:solidFill>
                <a:latin typeface="Times New Roman" panose="02020603050405020304" pitchFamily="18" charset="0"/>
                <a:cs typeface="Times New Roman" panose="02020603050405020304" pitchFamily="18" charset="0"/>
              </a:rPr>
              <a:t>• Email + Excel + catalogue search: flexible but slow and person-dependent.</a:t>
            </a:r>
            <a:endParaRPr sz="1100" dirty="0">
              <a:solidFill>
                <a:schemeClr val="dk1"/>
              </a:solidFill>
              <a:latin typeface="Times New Roman" panose="02020603050405020304" pitchFamily="18" charset="0"/>
              <a:cs typeface="Times New Roman" panose="02020603050405020304" pitchFamily="18" charset="0"/>
            </a:endParaRPr>
          </a:p>
          <a:p>
            <a:pPr marL="158750" marR="0" lvl="0" algn="l" rtl="0">
              <a:lnSpc>
                <a:spcPct val="115000"/>
              </a:lnSpc>
              <a:spcBef>
                <a:spcPts val="0"/>
              </a:spcBef>
              <a:spcAft>
                <a:spcPts val="0"/>
              </a:spcAft>
              <a:buClr>
                <a:schemeClr val="dk1"/>
              </a:buClr>
              <a:buSzPts val="1100"/>
            </a:pPr>
            <a:r>
              <a:rPr lang="en-US" sz="1100" dirty="0">
                <a:solidFill>
                  <a:schemeClr val="dk1"/>
                </a:solidFill>
                <a:latin typeface="Times New Roman" panose="02020603050405020304" pitchFamily="18" charset="0"/>
                <a:cs typeface="Times New Roman" panose="02020603050405020304" pitchFamily="18" charset="0"/>
              </a:rPr>
              <a:t>• CPQ: strong after configuration; still needs structured inputs and setup.</a:t>
            </a:r>
            <a:endParaRPr sz="1100" dirty="0">
              <a:solidFill>
                <a:schemeClr val="dk1"/>
              </a:solidFill>
              <a:latin typeface="Times New Roman" panose="02020603050405020304" pitchFamily="18" charset="0"/>
              <a:cs typeface="Times New Roman" panose="02020603050405020304" pitchFamily="18" charset="0"/>
            </a:endParaRPr>
          </a:p>
          <a:p>
            <a:pPr marL="158750" marR="0" lvl="0" algn="l" rtl="0">
              <a:lnSpc>
                <a:spcPct val="115000"/>
              </a:lnSpc>
              <a:spcBef>
                <a:spcPts val="0"/>
              </a:spcBef>
              <a:spcAft>
                <a:spcPts val="0"/>
              </a:spcAft>
              <a:buClr>
                <a:schemeClr val="dk1"/>
              </a:buClr>
              <a:buSzPts val="1100"/>
            </a:pPr>
            <a:r>
              <a:rPr lang="en-US" sz="1100" dirty="0">
                <a:solidFill>
                  <a:schemeClr val="dk1"/>
                </a:solidFill>
                <a:latin typeface="Times New Roman" panose="02020603050405020304" pitchFamily="18" charset="0"/>
                <a:cs typeface="Times New Roman" panose="02020603050405020304" pitchFamily="18" charset="0"/>
              </a:rPr>
              <a:t>• CRM/ERP quote module: system of record; limited RFQ/spec interpretation.</a:t>
            </a:r>
            <a:endParaRPr sz="1100" dirty="0">
              <a:solidFill>
                <a:schemeClr val="dk1"/>
              </a:solidFill>
              <a:latin typeface="Times New Roman" panose="02020603050405020304" pitchFamily="18" charset="0"/>
              <a:cs typeface="Times New Roman" panose="02020603050405020304" pitchFamily="18" charset="0"/>
            </a:endParaRPr>
          </a:p>
          <a:p>
            <a:pPr marL="158750" marR="0" lvl="0" algn="l" rtl="0">
              <a:lnSpc>
                <a:spcPct val="115000"/>
              </a:lnSpc>
              <a:spcBef>
                <a:spcPts val="0"/>
              </a:spcBef>
              <a:spcAft>
                <a:spcPts val="0"/>
              </a:spcAft>
              <a:buClr>
                <a:schemeClr val="dk1"/>
              </a:buClr>
              <a:buSzPts val="1100"/>
            </a:pPr>
            <a:r>
              <a:rPr lang="en-US" sz="1100" dirty="0">
                <a:solidFill>
                  <a:schemeClr val="dk1"/>
                </a:solidFill>
                <a:latin typeface="Times New Roman" panose="02020603050405020304" pitchFamily="18" charset="0"/>
                <a:cs typeface="Times New Roman" panose="02020603050405020304" pitchFamily="18" charset="0"/>
              </a:rPr>
              <a:t>• Generic document AI/chatbot: extracts text but may not enforce commercial rules.</a:t>
            </a:r>
            <a:endParaRPr sz="1100" dirty="0">
              <a:solidFill>
                <a:schemeClr val="dk1"/>
              </a:solidFill>
              <a:latin typeface="Times New Roman" panose="02020603050405020304" pitchFamily="18" charset="0"/>
              <a:cs typeface="Times New Roman" panose="02020603050405020304" pitchFamily="18" charset="0"/>
            </a:endParaRPr>
          </a:p>
          <a:p>
            <a:pPr marL="158750" marR="0" lvl="0" algn="l" rtl="0">
              <a:lnSpc>
                <a:spcPct val="115000"/>
              </a:lnSpc>
              <a:spcBef>
                <a:spcPts val="0"/>
              </a:spcBef>
              <a:spcAft>
                <a:spcPts val="0"/>
              </a:spcAft>
              <a:buClr>
                <a:schemeClr val="dk1"/>
              </a:buClr>
              <a:buSzPts val="1100"/>
            </a:pPr>
            <a:endParaRPr lang="en-US" sz="1100" b="1" dirty="0">
              <a:solidFill>
                <a:schemeClr val="dk1"/>
              </a:solidFill>
              <a:latin typeface="Times New Roman" panose="02020603050405020304" pitchFamily="18" charset="0"/>
              <a:cs typeface="Times New Roman" panose="02020603050405020304" pitchFamily="18" charset="0"/>
            </a:endParaRPr>
          </a:p>
          <a:p>
            <a:pPr marL="158750" marR="0" lvl="0" algn="l" rtl="0">
              <a:lnSpc>
                <a:spcPct val="115000"/>
              </a:lnSpc>
              <a:spcBef>
                <a:spcPts val="0"/>
              </a:spcBef>
              <a:spcAft>
                <a:spcPts val="0"/>
              </a:spcAft>
              <a:buClr>
                <a:schemeClr val="dk1"/>
              </a:buClr>
              <a:buSzPts val="1100"/>
            </a:pPr>
            <a:r>
              <a:rPr lang="en-US" sz="1100" b="1" dirty="0">
                <a:solidFill>
                  <a:schemeClr val="dk1"/>
                </a:solidFill>
                <a:latin typeface="Times New Roman" panose="02020603050405020304" pitchFamily="18" charset="0"/>
                <a:cs typeface="Times New Roman" panose="02020603050405020304" pitchFamily="18" charset="0"/>
              </a:rPr>
              <a:t>WHY QUOTEPILOT</a:t>
            </a:r>
          </a:p>
          <a:p>
            <a:pPr marL="158750" marR="0" lvl="0" algn="l" rtl="0">
              <a:lnSpc>
                <a:spcPct val="115000"/>
              </a:lnSpc>
              <a:spcBef>
                <a:spcPts val="0"/>
              </a:spcBef>
              <a:spcAft>
                <a:spcPts val="0"/>
              </a:spcAft>
              <a:buClr>
                <a:schemeClr val="dk1"/>
              </a:buClr>
              <a:buSzPts val="1100"/>
            </a:pPr>
            <a:endParaRPr sz="1100" b="1" dirty="0">
              <a:solidFill>
                <a:schemeClr val="dk1"/>
              </a:solidFill>
              <a:latin typeface="Times New Roman" panose="02020603050405020304" pitchFamily="18" charset="0"/>
              <a:cs typeface="Times New Roman" panose="02020603050405020304" pitchFamily="18" charset="0"/>
            </a:endParaRPr>
          </a:p>
          <a:p>
            <a:pPr marL="158750" marR="0" lvl="0" algn="l" rtl="0">
              <a:lnSpc>
                <a:spcPct val="115000"/>
              </a:lnSpc>
              <a:spcBef>
                <a:spcPts val="0"/>
              </a:spcBef>
              <a:spcAft>
                <a:spcPts val="0"/>
              </a:spcAft>
              <a:buClr>
                <a:schemeClr val="dk1"/>
              </a:buClr>
              <a:buSzPts val="1100"/>
            </a:pPr>
            <a:r>
              <a:rPr lang="en-US" sz="1100" dirty="0">
                <a:solidFill>
                  <a:schemeClr val="dk1"/>
                </a:solidFill>
                <a:latin typeface="Times New Roman" panose="02020603050405020304" pitchFamily="18" charset="0"/>
                <a:cs typeface="Times New Roman" panose="02020603050405020304" pitchFamily="18" charset="0"/>
              </a:rPr>
              <a:t>• Starts with the messy RFQ.</a:t>
            </a:r>
            <a:endParaRPr sz="1100" dirty="0">
              <a:solidFill>
                <a:schemeClr val="dk1"/>
              </a:solidFill>
              <a:latin typeface="Times New Roman" panose="02020603050405020304" pitchFamily="18" charset="0"/>
              <a:cs typeface="Times New Roman" panose="02020603050405020304" pitchFamily="18" charset="0"/>
            </a:endParaRPr>
          </a:p>
          <a:p>
            <a:pPr marL="158750" marR="0" lvl="0" algn="l" rtl="0">
              <a:lnSpc>
                <a:spcPct val="115000"/>
              </a:lnSpc>
              <a:spcBef>
                <a:spcPts val="0"/>
              </a:spcBef>
              <a:spcAft>
                <a:spcPts val="0"/>
              </a:spcAft>
              <a:buClr>
                <a:schemeClr val="dk1"/>
              </a:buClr>
              <a:buSzPts val="1100"/>
            </a:pPr>
            <a:r>
              <a:rPr lang="en-US" sz="1100" dirty="0">
                <a:solidFill>
                  <a:schemeClr val="dk1"/>
                </a:solidFill>
                <a:latin typeface="Times New Roman" panose="02020603050405020304" pitchFamily="18" charset="0"/>
                <a:cs typeface="Times New Roman" panose="02020603050405020304" pitchFamily="18" charset="0"/>
              </a:rPr>
              <a:t>• Matches technical products at attribute level with source evidence.</a:t>
            </a:r>
            <a:endParaRPr sz="1100" dirty="0">
              <a:solidFill>
                <a:schemeClr val="dk1"/>
              </a:solidFill>
              <a:latin typeface="Times New Roman" panose="02020603050405020304" pitchFamily="18" charset="0"/>
              <a:cs typeface="Times New Roman" panose="02020603050405020304" pitchFamily="18" charset="0"/>
            </a:endParaRPr>
          </a:p>
          <a:p>
            <a:pPr marL="158750" marR="0" lvl="0" algn="l" rtl="0">
              <a:lnSpc>
                <a:spcPct val="115000"/>
              </a:lnSpc>
              <a:spcBef>
                <a:spcPts val="0"/>
              </a:spcBef>
              <a:spcAft>
                <a:spcPts val="0"/>
              </a:spcAft>
              <a:buClr>
                <a:schemeClr val="dk1"/>
              </a:buClr>
              <a:buSzPts val="1100"/>
            </a:pPr>
            <a:r>
              <a:rPr lang="en-US" sz="1100" dirty="0">
                <a:solidFill>
                  <a:schemeClr val="dk1"/>
                </a:solidFill>
                <a:latin typeface="Times New Roman" panose="02020603050405020304" pitchFamily="18" charset="0"/>
                <a:cs typeface="Times New Roman" panose="02020603050405020304" pitchFamily="18" charset="0"/>
              </a:rPr>
              <a:t>• Combines probabilistic AI with deterministic pricing/margin rules.</a:t>
            </a:r>
            <a:endParaRPr sz="1100" dirty="0">
              <a:solidFill>
                <a:schemeClr val="dk1"/>
              </a:solidFill>
              <a:latin typeface="Times New Roman" panose="02020603050405020304" pitchFamily="18" charset="0"/>
              <a:cs typeface="Times New Roman" panose="02020603050405020304" pitchFamily="18" charset="0"/>
            </a:endParaRPr>
          </a:p>
          <a:p>
            <a:pPr marL="158750" marR="0" lvl="0" algn="l" rtl="0">
              <a:lnSpc>
                <a:spcPct val="115000"/>
              </a:lnSpc>
              <a:spcBef>
                <a:spcPts val="0"/>
              </a:spcBef>
              <a:spcAft>
                <a:spcPts val="0"/>
              </a:spcAft>
              <a:buClr>
                <a:schemeClr val="dk1"/>
              </a:buClr>
              <a:buSzPts val="1100"/>
            </a:pPr>
            <a:r>
              <a:rPr lang="en-US" sz="1100" dirty="0">
                <a:solidFill>
                  <a:schemeClr val="dk1"/>
                </a:solidFill>
                <a:latin typeface="Times New Roman" panose="02020603050405020304" pitchFamily="18" charset="0"/>
                <a:cs typeface="Times New Roman" panose="02020603050405020304" pitchFamily="18" charset="0"/>
              </a:rPr>
              <a:t>• Shows confidence, citations, assumptions and exceptions.</a:t>
            </a:r>
            <a:endParaRPr sz="1100" dirty="0">
              <a:solidFill>
                <a:schemeClr val="dk1"/>
              </a:solidFill>
              <a:latin typeface="Times New Roman" panose="02020603050405020304" pitchFamily="18" charset="0"/>
              <a:cs typeface="Times New Roman" panose="02020603050405020304" pitchFamily="18" charset="0"/>
            </a:endParaRPr>
          </a:p>
          <a:p>
            <a:pPr marL="158750" marR="0" lvl="0" algn="l" rtl="0">
              <a:lnSpc>
                <a:spcPct val="115000"/>
              </a:lnSpc>
              <a:spcBef>
                <a:spcPts val="0"/>
              </a:spcBef>
              <a:spcAft>
                <a:spcPts val="0"/>
              </a:spcAft>
              <a:buClr>
                <a:schemeClr val="dk1"/>
              </a:buClr>
              <a:buSzPts val="1100"/>
            </a:pPr>
            <a:r>
              <a:rPr lang="en-US" sz="1100" dirty="0">
                <a:solidFill>
                  <a:schemeClr val="dk1"/>
                </a:solidFill>
                <a:latin typeface="Times New Roman" panose="02020603050405020304" pitchFamily="18" charset="0"/>
                <a:cs typeface="Times New Roman" panose="02020603050405020304" pitchFamily="18" charset="0"/>
              </a:rPr>
              <a:t>• Requires human approval for customer-facing action.</a:t>
            </a:r>
            <a:endParaRPr sz="1100" dirty="0">
              <a:solidFill>
                <a:schemeClr val="dk1"/>
              </a:solidFill>
              <a:latin typeface="Times New Roman" panose="02020603050405020304" pitchFamily="18" charset="0"/>
              <a:cs typeface="Times New Roman" panose="02020603050405020304" pitchFamily="18" charset="0"/>
            </a:endParaRPr>
          </a:p>
          <a:p>
            <a:pPr marL="158750" marR="0" lvl="0" algn="l" rtl="0">
              <a:lnSpc>
                <a:spcPct val="115000"/>
              </a:lnSpc>
              <a:spcBef>
                <a:spcPts val="0"/>
              </a:spcBef>
              <a:spcAft>
                <a:spcPts val="0"/>
              </a:spcAft>
              <a:buClr>
                <a:schemeClr val="dk1"/>
              </a:buClr>
              <a:buSzPts val="1100"/>
            </a:pPr>
            <a:r>
              <a:rPr lang="en-US" sz="1100" dirty="0">
                <a:solidFill>
                  <a:schemeClr val="dk1"/>
                </a:solidFill>
                <a:latin typeface="Times New Roman" panose="02020603050405020304" pitchFamily="18" charset="0"/>
                <a:cs typeface="Times New Roman" panose="02020603050405020304" pitchFamily="18" charset="0"/>
              </a:rPr>
              <a:t>• Onboards SMEs via CSV/catalogue before deep ERP integration.</a:t>
            </a:r>
            <a:endParaRPr sz="1100" dirty="0">
              <a:solidFill>
                <a:schemeClr val="dk1"/>
              </a:solidFill>
              <a:latin typeface="Times New Roman" panose="02020603050405020304" pitchFamily="18" charset="0"/>
              <a:cs typeface="Times New Roman" panose="02020603050405020304" pitchFamily="18" charset="0"/>
            </a:endParaRPr>
          </a:p>
          <a:p>
            <a:pPr marL="158750" marR="0" lvl="0" algn="l" rtl="0">
              <a:lnSpc>
                <a:spcPct val="115000"/>
              </a:lnSpc>
              <a:spcBef>
                <a:spcPts val="0"/>
              </a:spcBef>
              <a:spcAft>
                <a:spcPts val="0"/>
              </a:spcAft>
              <a:buClr>
                <a:schemeClr val="dk1"/>
              </a:buClr>
              <a:buSzPts val="1100"/>
            </a:pPr>
            <a:endParaRPr lang="en-US" sz="1100" b="1" dirty="0">
              <a:solidFill>
                <a:schemeClr val="dk1"/>
              </a:solidFill>
              <a:latin typeface="Times New Roman" panose="02020603050405020304" pitchFamily="18" charset="0"/>
              <a:cs typeface="Times New Roman" panose="02020603050405020304" pitchFamily="18" charset="0"/>
            </a:endParaRPr>
          </a:p>
          <a:p>
            <a:pPr marL="158750" marR="0" lvl="0" algn="l" rtl="0">
              <a:lnSpc>
                <a:spcPct val="115000"/>
              </a:lnSpc>
              <a:spcBef>
                <a:spcPts val="0"/>
              </a:spcBef>
              <a:spcAft>
                <a:spcPts val="0"/>
              </a:spcAft>
              <a:buClr>
                <a:schemeClr val="dk1"/>
              </a:buClr>
              <a:buSzPts val="1100"/>
            </a:pPr>
            <a:r>
              <a:rPr lang="en-US" sz="1100" b="1" dirty="0">
                <a:solidFill>
                  <a:schemeClr val="dk1"/>
                </a:solidFill>
                <a:latin typeface="Times New Roman" panose="02020603050405020304" pitchFamily="18" charset="0"/>
                <a:cs typeface="Times New Roman" panose="02020603050405020304" pitchFamily="18" charset="0"/>
              </a:rPr>
              <a:t>DEFENSIBILITY</a:t>
            </a:r>
          </a:p>
          <a:p>
            <a:pPr marL="158750" marR="0" lvl="0" algn="l" rtl="0">
              <a:lnSpc>
                <a:spcPct val="115000"/>
              </a:lnSpc>
              <a:spcBef>
                <a:spcPts val="0"/>
              </a:spcBef>
              <a:spcAft>
                <a:spcPts val="0"/>
              </a:spcAft>
              <a:buClr>
                <a:schemeClr val="dk1"/>
              </a:buClr>
              <a:buSzPts val="1100"/>
            </a:pPr>
            <a:r>
              <a:rPr lang="en-US" sz="1100" dirty="0">
                <a:solidFill>
                  <a:schemeClr val="dk1"/>
                </a:solidFill>
                <a:latin typeface="Times New Roman" panose="02020603050405020304" pitchFamily="18" charset="0"/>
                <a:cs typeface="Times New Roman" panose="02020603050405020304" pitchFamily="18" charset="0"/>
              </a:rPr>
              <a:t>Customer ontology, approved corrections, mappings, integrations and outcome data compound over time.</a:t>
            </a:r>
            <a:endParaRPr sz="1100" dirty="0">
              <a:solidFill>
                <a:schemeClr val="dk1"/>
              </a:solidFill>
              <a:latin typeface="Times New Roman" panose="02020603050405020304" pitchFamily="18" charset="0"/>
              <a:cs typeface="Times New Roman" panose="02020603050405020304" pitchFamily="18" charset="0"/>
            </a:endParaRPr>
          </a:p>
        </p:txBody>
      </p:sp>
      <p:sp>
        <p:nvSpPr>
          <p:cNvPr id="255" name="Google Shape;255;p20"/>
          <p:cNvSpPr/>
          <p:nvPr/>
        </p:nvSpPr>
        <p:spPr>
          <a:xfrm>
            <a:off x="244715" y="375450"/>
            <a:ext cx="5153700" cy="5073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2400"/>
              </a:spcBef>
              <a:spcAft>
                <a:spcPts val="600"/>
              </a:spcAft>
              <a:buClr>
                <a:schemeClr val="dk1"/>
              </a:buClr>
              <a:buSzPts val="2300"/>
              <a:buFont typeface="Arial"/>
              <a:buNone/>
            </a:pPr>
            <a:r>
              <a:rPr lang="en-US" sz="2300" b="1" dirty="0">
                <a:solidFill>
                  <a:schemeClr val="dk1"/>
                </a:solidFill>
              </a:rPr>
              <a:t>Competitive Landscape</a:t>
            </a:r>
            <a:endParaRPr sz="1800" b="1" dirty="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pic>
        <p:nvPicPr>
          <p:cNvPr id="261" name="Google Shape;261;p21"/>
          <p:cNvPicPr preferRelativeResize="0"/>
          <p:nvPr/>
        </p:nvPicPr>
        <p:blipFill rotWithShape="1">
          <a:blip r:embed="rId3">
            <a:alphaModFix/>
          </a:blip>
          <a:srcRect/>
          <a:stretch/>
        </p:blipFill>
        <p:spPr>
          <a:xfrm>
            <a:off x="0" y="0"/>
            <a:ext cx="9143992" cy="5143501"/>
          </a:xfrm>
          <a:prstGeom prst="rect">
            <a:avLst/>
          </a:prstGeom>
          <a:noFill/>
          <a:ln>
            <a:noFill/>
          </a:ln>
        </p:spPr>
      </p:pic>
      <p:sp>
        <p:nvSpPr>
          <p:cNvPr id="262" name="Google Shape;262;p21"/>
          <p:cNvSpPr/>
          <p:nvPr/>
        </p:nvSpPr>
        <p:spPr>
          <a:xfrm>
            <a:off x="238089" y="996900"/>
            <a:ext cx="8705400" cy="3149700"/>
          </a:xfrm>
          <a:prstGeom prst="rect">
            <a:avLst/>
          </a:prstGeom>
          <a:noFill/>
          <a:ln>
            <a:noFill/>
          </a:ln>
        </p:spPr>
        <p:txBody>
          <a:bodyPr spcFirstLastPara="1" wrap="square" lIns="91425" tIns="91425" rIns="91425" bIns="91425" anchor="t" anchorCtr="0">
            <a:noAutofit/>
          </a:bodyPr>
          <a:lstStyle/>
          <a:p>
            <a:pPr marL="158750" marR="0" lvl="0" algn="l" rtl="0">
              <a:lnSpc>
                <a:spcPct val="115000"/>
              </a:lnSpc>
              <a:spcBef>
                <a:spcPts val="1200"/>
              </a:spcBef>
              <a:spcAft>
                <a:spcPts val="0"/>
              </a:spcAft>
              <a:buClr>
                <a:schemeClr val="dk1"/>
              </a:buClr>
              <a:buSzPts val="1100"/>
            </a:pPr>
            <a:r>
              <a:rPr lang="en-US" sz="1200" b="1" dirty="0">
                <a:solidFill>
                  <a:schemeClr val="dk1"/>
                </a:solidFill>
                <a:latin typeface="Times New Roman" panose="02020603050405020304" pitchFamily="18" charset="0"/>
                <a:cs typeface="Times New Roman" panose="02020603050405020304" pitchFamily="18" charset="0"/>
              </a:rPr>
              <a:t>WHO PAYS</a:t>
            </a:r>
            <a:endParaRPr sz="1200" b="1" dirty="0">
              <a:solidFill>
                <a:schemeClr val="dk1"/>
              </a:solidFill>
              <a:latin typeface="Times New Roman" panose="02020603050405020304" pitchFamily="18" charset="0"/>
              <a:cs typeface="Times New Roman" panose="02020603050405020304" pitchFamily="18" charset="0"/>
            </a:endParaRPr>
          </a:p>
          <a:p>
            <a:pPr marL="158750" marR="0" lvl="0" algn="l" rtl="0">
              <a:lnSpc>
                <a:spcPct val="115000"/>
              </a:lnSpc>
              <a:spcBef>
                <a:spcPts val="0"/>
              </a:spcBef>
              <a:spcAft>
                <a:spcPts val="0"/>
              </a:spcAft>
              <a:buClr>
                <a:schemeClr val="dk1"/>
              </a:buClr>
              <a:buSzPts val="1100"/>
            </a:pPr>
            <a:r>
              <a:rPr lang="en-US" sz="1200" dirty="0">
                <a:solidFill>
                  <a:schemeClr val="dk1"/>
                </a:solidFill>
                <a:latin typeface="Times New Roman" panose="02020603050405020304" pitchFamily="18" charset="0"/>
                <a:cs typeface="Times New Roman" panose="02020603050405020304" pitchFamily="18" charset="0"/>
              </a:rPr>
              <a:t>Manufacturer, distributor or system integrator; buyer: Head of Sales, COO or owner.</a:t>
            </a:r>
            <a:endParaRPr sz="1200" dirty="0">
              <a:solidFill>
                <a:schemeClr val="dk1"/>
              </a:solidFill>
              <a:latin typeface="Times New Roman" panose="02020603050405020304" pitchFamily="18" charset="0"/>
              <a:cs typeface="Times New Roman" panose="02020603050405020304" pitchFamily="18" charset="0"/>
            </a:endParaRPr>
          </a:p>
          <a:p>
            <a:pPr marL="158750" marR="0" lvl="0" algn="l" rtl="0">
              <a:lnSpc>
                <a:spcPct val="115000"/>
              </a:lnSpc>
              <a:spcBef>
                <a:spcPts val="0"/>
              </a:spcBef>
              <a:spcAft>
                <a:spcPts val="0"/>
              </a:spcAft>
              <a:buClr>
                <a:schemeClr val="dk1"/>
              </a:buClr>
              <a:buSzPts val="1100"/>
            </a:pPr>
            <a:endParaRPr lang="en-US" sz="1200" b="1" dirty="0">
              <a:solidFill>
                <a:schemeClr val="dk1"/>
              </a:solidFill>
              <a:latin typeface="Times New Roman" panose="02020603050405020304" pitchFamily="18" charset="0"/>
              <a:cs typeface="Times New Roman" panose="02020603050405020304" pitchFamily="18" charset="0"/>
            </a:endParaRPr>
          </a:p>
          <a:p>
            <a:pPr marL="158750" marR="0" lvl="0" algn="l" rtl="0">
              <a:lnSpc>
                <a:spcPct val="115000"/>
              </a:lnSpc>
              <a:spcBef>
                <a:spcPts val="0"/>
              </a:spcBef>
              <a:spcAft>
                <a:spcPts val="0"/>
              </a:spcAft>
              <a:buClr>
                <a:schemeClr val="dk1"/>
              </a:buClr>
              <a:buSzPts val="1100"/>
            </a:pPr>
            <a:r>
              <a:rPr lang="en-US" sz="1200" b="1" dirty="0">
                <a:solidFill>
                  <a:schemeClr val="dk1"/>
                </a:solidFill>
                <a:latin typeface="Times New Roman" panose="02020603050405020304" pitchFamily="18" charset="0"/>
                <a:cs typeface="Times New Roman" panose="02020603050405020304" pitchFamily="18" charset="0"/>
              </a:rPr>
              <a:t>PRICING HYPOTHESIS</a:t>
            </a:r>
            <a:endParaRPr sz="1200" b="1" dirty="0">
              <a:solidFill>
                <a:schemeClr val="dk1"/>
              </a:solidFill>
              <a:latin typeface="Times New Roman" panose="02020603050405020304" pitchFamily="18" charset="0"/>
              <a:cs typeface="Times New Roman" panose="02020603050405020304" pitchFamily="18" charset="0"/>
            </a:endParaRPr>
          </a:p>
          <a:p>
            <a:pPr marL="330200" marR="0" lvl="0" indent="-171450" algn="l" rtl="0">
              <a:lnSpc>
                <a:spcPct val="115000"/>
              </a:lnSpc>
              <a:spcBef>
                <a:spcPts val="0"/>
              </a:spcBef>
              <a:spcAft>
                <a:spcPts val="0"/>
              </a:spcAft>
              <a:buClr>
                <a:schemeClr val="dk1"/>
              </a:buClr>
              <a:buSzPts val="1100"/>
              <a:buFont typeface="Arial" panose="020B0604020202020204" pitchFamily="34" charset="0"/>
              <a:buChar char="•"/>
            </a:pPr>
            <a:r>
              <a:rPr lang="en-US" sz="1200" dirty="0">
                <a:solidFill>
                  <a:schemeClr val="dk1"/>
                </a:solidFill>
                <a:latin typeface="Times New Roman" panose="02020603050405020304" pitchFamily="18" charset="0"/>
                <a:cs typeface="Times New Roman" panose="02020603050405020304" pitchFamily="18" charset="0"/>
              </a:rPr>
              <a:t>Paid 6-8 week pilot.</a:t>
            </a:r>
            <a:endParaRPr sz="1200" dirty="0">
              <a:solidFill>
                <a:schemeClr val="dk1"/>
              </a:solidFill>
              <a:latin typeface="Times New Roman" panose="02020603050405020304" pitchFamily="18" charset="0"/>
              <a:cs typeface="Times New Roman" panose="02020603050405020304" pitchFamily="18" charset="0"/>
            </a:endParaRPr>
          </a:p>
          <a:p>
            <a:pPr marL="330200" marR="0" lvl="0" indent="-171450" algn="l" rtl="0">
              <a:lnSpc>
                <a:spcPct val="115000"/>
              </a:lnSpc>
              <a:spcBef>
                <a:spcPts val="0"/>
              </a:spcBef>
              <a:spcAft>
                <a:spcPts val="0"/>
              </a:spcAft>
              <a:buClr>
                <a:schemeClr val="dk1"/>
              </a:buClr>
              <a:buSzPts val="1100"/>
              <a:buFont typeface="Arial" panose="020B0604020202020204" pitchFamily="34" charset="0"/>
              <a:buChar char="•"/>
            </a:pPr>
            <a:r>
              <a:rPr lang="en-US" sz="1200" dirty="0">
                <a:solidFill>
                  <a:schemeClr val="dk1"/>
                </a:solidFill>
                <a:latin typeface="Times New Roman" panose="02020603050405020304" pitchFamily="18" charset="0"/>
                <a:cs typeface="Times New Roman" panose="02020603050405020304" pitchFamily="18" charset="0"/>
              </a:rPr>
              <a:t>Starter: ₹15k-₹25k/month; limited users/RFQs; CSV catalogue.</a:t>
            </a:r>
            <a:endParaRPr sz="1200" dirty="0">
              <a:solidFill>
                <a:schemeClr val="dk1"/>
              </a:solidFill>
              <a:latin typeface="Times New Roman" panose="02020603050405020304" pitchFamily="18" charset="0"/>
              <a:cs typeface="Times New Roman" panose="02020603050405020304" pitchFamily="18" charset="0"/>
            </a:endParaRPr>
          </a:p>
          <a:p>
            <a:pPr marL="330200" marR="0" lvl="0" indent="-171450" algn="l" rtl="0">
              <a:lnSpc>
                <a:spcPct val="115000"/>
              </a:lnSpc>
              <a:spcBef>
                <a:spcPts val="0"/>
              </a:spcBef>
              <a:spcAft>
                <a:spcPts val="0"/>
              </a:spcAft>
              <a:buClr>
                <a:schemeClr val="dk1"/>
              </a:buClr>
              <a:buSzPts val="1100"/>
              <a:buFont typeface="Arial" panose="020B0604020202020204" pitchFamily="34" charset="0"/>
              <a:buChar char="•"/>
            </a:pPr>
            <a:r>
              <a:rPr lang="en-US" sz="1200" dirty="0">
                <a:solidFill>
                  <a:schemeClr val="dk1"/>
                </a:solidFill>
                <a:latin typeface="Times New Roman" panose="02020603050405020304" pitchFamily="18" charset="0"/>
                <a:cs typeface="Times New Roman" panose="02020603050405020304" pitchFamily="18" charset="0"/>
              </a:rPr>
              <a:t>Growth: ₹40k-₹75k/month; integrations, policies and analytics.</a:t>
            </a:r>
            <a:endParaRPr sz="1200" dirty="0">
              <a:solidFill>
                <a:schemeClr val="dk1"/>
              </a:solidFill>
              <a:latin typeface="Times New Roman" panose="02020603050405020304" pitchFamily="18" charset="0"/>
              <a:cs typeface="Times New Roman" panose="02020603050405020304" pitchFamily="18" charset="0"/>
            </a:endParaRPr>
          </a:p>
          <a:p>
            <a:pPr marL="330200" marR="0" lvl="0" indent="-171450" algn="l" rtl="0">
              <a:lnSpc>
                <a:spcPct val="115000"/>
              </a:lnSpc>
              <a:spcBef>
                <a:spcPts val="0"/>
              </a:spcBef>
              <a:spcAft>
                <a:spcPts val="0"/>
              </a:spcAft>
              <a:buClr>
                <a:schemeClr val="dk1"/>
              </a:buClr>
              <a:buSzPts val="1100"/>
              <a:buFont typeface="Arial" panose="020B0604020202020204" pitchFamily="34" charset="0"/>
              <a:buChar char="•"/>
            </a:pPr>
            <a:r>
              <a:rPr lang="en-US" sz="1200" dirty="0">
                <a:solidFill>
                  <a:schemeClr val="dk1"/>
                </a:solidFill>
                <a:latin typeface="Times New Roman" panose="02020603050405020304" pitchFamily="18" charset="0"/>
                <a:cs typeface="Times New Roman" panose="02020603050405020304" pitchFamily="18" charset="0"/>
              </a:rPr>
              <a:t>Enterprise: annual contract + implementation, private networking and SLA.</a:t>
            </a:r>
            <a:endParaRPr sz="1200" dirty="0">
              <a:solidFill>
                <a:schemeClr val="dk1"/>
              </a:solidFill>
              <a:latin typeface="Times New Roman" panose="02020603050405020304" pitchFamily="18" charset="0"/>
              <a:cs typeface="Times New Roman" panose="02020603050405020304" pitchFamily="18" charset="0"/>
            </a:endParaRPr>
          </a:p>
          <a:p>
            <a:pPr marL="330200" marR="0" lvl="0" indent="-171450" algn="l" rtl="0">
              <a:lnSpc>
                <a:spcPct val="115000"/>
              </a:lnSpc>
              <a:spcBef>
                <a:spcPts val="0"/>
              </a:spcBef>
              <a:spcAft>
                <a:spcPts val="0"/>
              </a:spcAft>
              <a:buClr>
                <a:schemeClr val="dk1"/>
              </a:buClr>
              <a:buSzPts val="1100"/>
              <a:buFont typeface="Arial" panose="020B0604020202020204" pitchFamily="34" charset="0"/>
              <a:buChar char="•"/>
            </a:pPr>
            <a:r>
              <a:rPr lang="en-US" sz="1200" dirty="0">
                <a:solidFill>
                  <a:schemeClr val="dk1"/>
                </a:solidFill>
                <a:latin typeface="Times New Roman" panose="02020603050405020304" pitchFamily="18" charset="0"/>
                <a:cs typeface="Times New Roman" panose="02020603050405020304" pitchFamily="18" charset="0"/>
              </a:rPr>
              <a:t>No MVP transaction commission keeps recommendations neutral.</a:t>
            </a:r>
            <a:endParaRPr sz="1200" dirty="0">
              <a:solidFill>
                <a:schemeClr val="dk1"/>
              </a:solidFill>
              <a:latin typeface="Times New Roman" panose="02020603050405020304" pitchFamily="18" charset="0"/>
              <a:cs typeface="Times New Roman" panose="02020603050405020304" pitchFamily="18" charset="0"/>
            </a:endParaRPr>
          </a:p>
          <a:p>
            <a:pPr marL="158750" marR="0" lvl="0" algn="l" rtl="0">
              <a:lnSpc>
                <a:spcPct val="115000"/>
              </a:lnSpc>
              <a:spcBef>
                <a:spcPts val="0"/>
              </a:spcBef>
              <a:spcAft>
                <a:spcPts val="0"/>
              </a:spcAft>
              <a:buClr>
                <a:schemeClr val="dk1"/>
              </a:buClr>
              <a:buSzPts val="1100"/>
            </a:pPr>
            <a:endParaRPr lang="en-US" sz="1200" b="1" dirty="0">
              <a:solidFill>
                <a:schemeClr val="dk1"/>
              </a:solidFill>
              <a:latin typeface="Times New Roman" panose="02020603050405020304" pitchFamily="18" charset="0"/>
              <a:cs typeface="Times New Roman" panose="02020603050405020304" pitchFamily="18" charset="0"/>
            </a:endParaRPr>
          </a:p>
          <a:p>
            <a:pPr marL="158750" marR="0" lvl="0" algn="l" rtl="0">
              <a:lnSpc>
                <a:spcPct val="115000"/>
              </a:lnSpc>
              <a:spcBef>
                <a:spcPts val="0"/>
              </a:spcBef>
              <a:spcAft>
                <a:spcPts val="0"/>
              </a:spcAft>
              <a:buClr>
                <a:schemeClr val="dk1"/>
              </a:buClr>
              <a:buSzPts val="1100"/>
            </a:pPr>
            <a:r>
              <a:rPr lang="en-US" sz="1200" b="1" dirty="0">
                <a:solidFill>
                  <a:schemeClr val="dk1"/>
                </a:solidFill>
                <a:latin typeface="Times New Roman" panose="02020603050405020304" pitchFamily="18" charset="0"/>
                <a:cs typeface="Times New Roman" panose="02020603050405020304" pitchFamily="18" charset="0"/>
              </a:rPr>
              <a:t>FIRST-CUSTOMER MOTION</a:t>
            </a:r>
            <a:endParaRPr sz="1200" b="1" dirty="0">
              <a:solidFill>
                <a:schemeClr val="dk1"/>
              </a:solidFill>
              <a:latin typeface="Times New Roman" panose="02020603050405020304" pitchFamily="18" charset="0"/>
              <a:cs typeface="Times New Roman" panose="02020603050405020304" pitchFamily="18" charset="0"/>
            </a:endParaRPr>
          </a:p>
          <a:p>
            <a:pPr marL="387350" marR="0" lvl="0" indent="-228600" algn="l" rtl="0">
              <a:lnSpc>
                <a:spcPct val="115000"/>
              </a:lnSpc>
              <a:spcBef>
                <a:spcPts val="0"/>
              </a:spcBef>
              <a:spcAft>
                <a:spcPts val="0"/>
              </a:spcAft>
              <a:buClr>
                <a:schemeClr val="dk1"/>
              </a:buClr>
              <a:buSzPts val="1100"/>
              <a:buFont typeface="+mj-lt"/>
              <a:buAutoNum type="arabicPeriod"/>
            </a:pPr>
            <a:r>
              <a:rPr lang="en-US" sz="1200" dirty="0">
                <a:solidFill>
                  <a:schemeClr val="dk1"/>
                </a:solidFill>
                <a:latin typeface="Times New Roman" panose="02020603050405020304" pitchFamily="18" charset="0"/>
                <a:cs typeface="Times New Roman" panose="02020603050405020304" pitchFamily="18" charset="0"/>
              </a:rPr>
              <a:t>Founder-led industrial network outreach.</a:t>
            </a:r>
            <a:endParaRPr sz="1200" dirty="0">
              <a:solidFill>
                <a:schemeClr val="dk1"/>
              </a:solidFill>
              <a:latin typeface="Times New Roman" panose="02020603050405020304" pitchFamily="18" charset="0"/>
              <a:cs typeface="Times New Roman" panose="02020603050405020304" pitchFamily="18" charset="0"/>
            </a:endParaRPr>
          </a:p>
          <a:p>
            <a:pPr marL="387350" marR="0" lvl="0" indent="-228600" algn="l" rtl="0">
              <a:lnSpc>
                <a:spcPct val="115000"/>
              </a:lnSpc>
              <a:spcBef>
                <a:spcPts val="0"/>
              </a:spcBef>
              <a:spcAft>
                <a:spcPts val="0"/>
              </a:spcAft>
              <a:buClr>
                <a:schemeClr val="dk1"/>
              </a:buClr>
              <a:buSzPts val="1100"/>
              <a:buFont typeface="+mj-lt"/>
              <a:buAutoNum type="arabicPeriod"/>
            </a:pPr>
            <a:r>
              <a:rPr lang="en-US" sz="1200" dirty="0">
                <a:solidFill>
                  <a:schemeClr val="dk1"/>
                </a:solidFill>
                <a:latin typeface="Times New Roman" panose="02020603050405020304" pitchFamily="18" charset="0"/>
                <a:cs typeface="Times New Roman" panose="02020603050405020304" pitchFamily="18" charset="0"/>
              </a:rPr>
              <a:t>RFQ workflow diagnostic; baseline time/errors.</a:t>
            </a:r>
            <a:endParaRPr sz="1200" dirty="0">
              <a:solidFill>
                <a:schemeClr val="dk1"/>
              </a:solidFill>
              <a:latin typeface="Times New Roman" panose="02020603050405020304" pitchFamily="18" charset="0"/>
              <a:cs typeface="Times New Roman" panose="02020603050405020304" pitchFamily="18" charset="0"/>
            </a:endParaRPr>
          </a:p>
          <a:p>
            <a:pPr marL="387350" marR="0" lvl="0" indent="-228600" algn="l" rtl="0">
              <a:lnSpc>
                <a:spcPct val="115000"/>
              </a:lnSpc>
              <a:spcBef>
                <a:spcPts val="0"/>
              </a:spcBef>
              <a:spcAft>
                <a:spcPts val="0"/>
              </a:spcAft>
              <a:buClr>
                <a:schemeClr val="dk1"/>
              </a:buClr>
              <a:buSzPts val="1100"/>
              <a:buFont typeface="+mj-lt"/>
              <a:buAutoNum type="arabicPeriod"/>
            </a:pPr>
            <a:r>
              <a:rPr lang="en-US" sz="1200" dirty="0">
                <a:solidFill>
                  <a:schemeClr val="dk1"/>
                </a:solidFill>
                <a:latin typeface="Times New Roman" panose="02020603050405020304" pitchFamily="18" charset="0"/>
                <a:cs typeface="Times New Roman" panose="02020603050405020304" pitchFamily="18" charset="0"/>
              </a:rPr>
              <a:t>Shadow-mode pilot on historical RFQs.</a:t>
            </a:r>
            <a:endParaRPr sz="1200" dirty="0">
              <a:solidFill>
                <a:schemeClr val="dk1"/>
              </a:solidFill>
              <a:latin typeface="Times New Roman" panose="02020603050405020304" pitchFamily="18" charset="0"/>
              <a:cs typeface="Times New Roman" panose="02020603050405020304" pitchFamily="18" charset="0"/>
            </a:endParaRPr>
          </a:p>
          <a:p>
            <a:pPr marL="387350" marR="0" lvl="0" indent="-228600" algn="l" rtl="0">
              <a:lnSpc>
                <a:spcPct val="115000"/>
              </a:lnSpc>
              <a:spcBef>
                <a:spcPts val="0"/>
              </a:spcBef>
              <a:spcAft>
                <a:spcPts val="0"/>
              </a:spcAft>
              <a:buClr>
                <a:schemeClr val="dk1"/>
              </a:buClr>
              <a:buSzPts val="1100"/>
              <a:buFont typeface="+mj-lt"/>
              <a:buAutoNum type="arabicPeriod"/>
            </a:pPr>
            <a:r>
              <a:rPr lang="en-US" sz="1200" dirty="0">
                <a:solidFill>
                  <a:schemeClr val="dk1"/>
                </a:solidFill>
                <a:latin typeface="Times New Roman" panose="02020603050405020304" pitchFamily="18" charset="0"/>
                <a:cs typeface="Times New Roman" panose="02020603050405020304" pitchFamily="18" charset="0"/>
              </a:rPr>
              <a:t>Convert against agreed accuracy, speed and governance gates.</a:t>
            </a:r>
            <a:endParaRPr sz="1200" dirty="0">
              <a:solidFill>
                <a:schemeClr val="dk1"/>
              </a:solidFill>
              <a:latin typeface="Times New Roman" panose="02020603050405020304" pitchFamily="18" charset="0"/>
              <a:cs typeface="Times New Roman" panose="02020603050405020304" pitchFamily="18" charset="0"/>
            </a:endParaRPr>
          </a:p>
          <a:p>
            <a:pPr marL="387350" marR="0" lvl="0" indent="-228600" algn="l" rtl="0">
              <a:lnSpc>
                <a:spcPct val="115000"/>
              </a:lnSpc>
              <a:spcBef>
                <a:spcPts val="0"/>
              </a:spcBef>
              <a:spcAft>
                <a:spcPts val="0"/>
              </a:spcAft>
              <a:buClr>
                <a:schemeClr val="dk1"/>
              </a:buClr>
              <a:buSzPts val="1100"/>
              <a:buFont typeface="+mj-lt"/>
              <a:buAutoNum type="arabicPeriod"/>
            </a:pPr>
            <a:r>
              <a:rPr lang="en-US" sz="1200" dirty="0">
                <a:solidFill>
                  <a:schemeClr val="dk1"/>
                </a:solidFill>
                <a:latin typeface="Times New Roman" panose="02020603050405020304" pitchFamily="18" charset="0"/>
                <a:cs typeface="Times New Roman" panose="02020603050405020304" pitchFamily="18" charset="0"/>
              </a:rPr>
              <a:t>Expand through partners, associations and referrals.</a:t>
            </a:r>
            <a:endParaRPr sz="1200" dirty="0">
              <a:solidFill>
                <a:schemeClr val="dk1"/>
              </a:solidFill>
              <a:latin typeface="Times New Roman" panose="02020603050405020304" pitchFamily="18" charset="0"/>
              <a:cs typeface="Times New Roman" panose="02020603050405020304" pitchFamily="18" charset="0"/>
            </a:endParaRPr>
          </a:p>
          <a:p>
            <a:pPr marL="158750" marR="0" lvl="0" algn="l" rtl="0">
              <a:lnSpc>
                <a:spcPct val="115000"/>
              </a:lnSpc>
              <a:spcBef>
                <a:spcPts val="0"/>
              </a:spcBef>
              <a:spcAft>
                <a:spcPts val="0"/>
              </a:spcAft>
              <a:buClr>
                <a:schemeClr val="dk1"/>
              </a:buClr>
              <a:buSzPts val="1100"/>
            </a:pPr>
            <a:r>
              <a:rPr lang="en-US" sz="1200" b="1" dirty="0">
                <a:solidFill>
                  <a:schemeClr val="dk1"/>
                </a:solidFill>
                <a:latin typeface="Times New Roman" panose="02020603050405020304" pitchFamily="18" charset="0"/>
                <a:cs typeface="Times New Roman" panose="02020603050405020304" pitchFamily="18" charset="0"/>
              </a:rPr>
              <a:t>TRACK</a:t>
            </a:r>
            <a:endParaRPr sz="1200" b="1" dirty="0">
              <a:solidFill>
                <a:schemeClr val="dk1"/>
              </a:solidFill>
              <a:latin typeface="Times New Roman" panose="02020603050405020304" pitchFamily="18" charset="0"/>
              <a:cs typeface="Times New Roman" panose="02020603050405020304" pitchFamily="18" charset="0"/>
            </a:endParaRPr>
          </a:p>
          <a:p>
            <a:pPr marL="330200" marR="0" lvl="0" indent="-171450" algn="l" rtl="0">
              <a:lnSpc>
                <a:spcPct val="115000"/>
              </a:lnSpc>
              <a:spcBef>
                <a:spcPts val="0"/>
              </a:spcBef>
              <a:spcAft>
                <a:spcPts val="0"/>
              </a:spcAft>
              <a:buClr>
                <a:schemeClr val="dk1"/>
              </a:buClr>
              <a:buSzPts val="1100"/>
              <a:buFont typeface="Arial" panose="020B0604020202020204" pitchFamily="34" charset="0"/>
              <a:buChar char="•"/>
            </a:pPr>
            <a:r>
              <a:rPr lang="en-US" sz="1200" dirty="0">
                <a:solidFill>
                  <a:schemeClr val="dk1"/>
                </a:solidFill>
                <a:latin typeface="Times New Roman" panose="02020603050405020304" pitchFamily="18" charset="0"/>
                <a:cs typeface="Times New Roman" panose="02020603050405020304" pitchFamily="18" charset="0"/>
              </a:rPr>
              <a:t>ACV, onboarding hours, inference cost/RFQ, gross margin, activation, retention and expansion.</a:t>
            </a:r>
            <a:endParaRPr sz="1200" dirty="0">
              <a:solidFill>
                <a:schemeClr val="dk1"/>
              </a:solidFill>
              <a:latin typeface="Times New Roman" panose="02020603050405020304" pitchFamily="18" charset="0"/>
              <a:cs typeface="Times New Roman" panose="02020603050405020304" pitchFamily="18" charset="0"/>
            </a:endParaRPr>
          </a:p>
        </p:txBody>
      </p:sp>
      <p:sp>
        <p:nvSpPr>
          <p:cNvPr id="263" name="Google Shape;263;p21"/>
          <p:cNvSpPr/>
          <p:nvPr/>
        </p:nvSpPr>
        <p:spPr>
          <a:xfrm>
            <a:off x="238089" y="375450"/>
            <a:ext cx="5153700" cy="5073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2400"/>
              </a:spcBef>
              <a:spcAft>
                <a:spcPts val="600"/>
              </a:spcAft>
              <a:buClr>
                <a:schemeClr val="dk1"/>
              </a:buClr>
              <a:buSzPts val="2300"/>
              <a:buFont typeface="Arial"/>
              <a:buNone/>
            </a:pPr>
            <a:r>
              <a:rPr lang="en-US" sz="2300" b="1" dirty="0">
                <a:solidFill>
                  <a:schemeClr val="dk1"/>
                </a:solidFill>
              </a:rPr>
              <a:t>Business Model &amp; Go-To-Market</a:t>
            </a:r>
            <a:endParaRPr sz="1800" b="1" dirty="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pic>
        <p:nvPicPr>
          <p:cNvPr id="269" name="Google Shape;269;p22"/>
          <p:cNvPicPr preferRelativeResize="0"/>
          <p:nvPr/>
        </p:nvPicPr>
        <p:blipFill rotWithShape="1">
          <a:blip r:embed="rId3">
            <a:alphaModFix/>
          </a:blip>
          <a:srcRect/>
          <a:stretch/>
        </p:blipFill>
        <p:spPr>
          <a:xfrm>
            <a:off x="94154" y="0"/>
            <a:ext cx="9143992" cy="5143501"/>
          </a:xfrm>
          <a:prstGeom prst="rect">
            <a:avLst/>
          </a:prstGeom>
          <a:noFill/>
          <a:ln>
            <a:noFill/>
          </a:ln>
        </p:spPr>
      </p:pic>
      <p:sp>
        <p:nvSpPr>
          <p:cNvPr id="270" name="Google Shape;270;p22"/>
          <p:cNvSpPr/>
          <p:nvPr/>
        </p:nvSpPr>
        <p:spPr>
          <a:xfrm>
            <a:off x="313450" y="1311691"/>
            <a:ext cx="8705400" cy="3149700"/>
          </a:xfrm>
          <a:prstGeom prst="rect">
            <a:avLst/>
          </a:prstGeom>
          <a:noFill/>
          <a:ln>
            <a:noFill/>
          </a:ln>
        </p:spPr>
        <p:txBody>
          <a:bodyPr spcFirstLastPara="1" wrap="square" lIns="91425" tIns="91425" rIns="91425" bIns="91425" anchor="t" anchorCtr="0">
            <a:noAutofit/>
          </a:bodyPr>
          <a:lstStyle/>
          <a:p>
            <a:pPr marL="158750" marR="0" lvl="0" algn="l" rtl="0">
              <a:lnSpc>
                <a:spcPct val="115000"/>
              </a:lnSpc>
              <a:spcBef>
                <a:spcPts val="1200"/>
              </a:spcBef>
              <a:spcAft>
                <a:spcPts val="0"/>
              </a:spcAft>
              <a:buClr>
                <a:schemeClr val="dk1"/>
              </a:buClr>
              <a:buSzPts val="1100"/>
            </a:pPr>
            <a:r>
              <a:rPr lang="en-US" sz="1100" b="1" dirty="0">
                <a:solidFill>
                  <a:schemeClr val="dk1"/>
                </a:solidFill>
                <a:latin typeface="Times New Roman" panose="02020603050405020304" pitchFamily="18" charset="0"/>
                <a:cs typeface="Times New Roman" panose="02020603050405020304" pitchFamily="18" charset="0"/>
              </a:rPr>
              <a:t>0-4 WEEKS | DISCOVERY &amp; DATA</a:t>
            </a:r>
            <a:endParaRPr sz="1100" b="1" dirty="0">
              <a:solidFill>
                <a:schemeClr val="dk1"/>
              </a:solidFill>
              <a:latin typeface="Times New Roman" panose="02020603050405020304" pitchFamily="18" charset="0"/>
              <a:cs typeface="Times New Roman" panose="02020603050405020304" pitchFamily="18" charset="0"/>
            </a:endParaRPr>
          </a:p>
          <a:p>
            <a:pPr marL="158750" marR="0" lvl="0" algn="l" rtl="0">
              <a:lnSpc>
                <a:spcPct val="115000"/>
              </a:lnSpc>
              <a:spcBef>
                <a:spcPts val="0"/>
              </a:spcBef>
              <a:spcAft>
                <a:spcPts val="0"/>
              </a:spcAft>
              <a:buClr>
                <a:schemeClr val="dk1"/>
              </a:buClr>
              <a:buSzPts val="1100"/>
            </a:pPr>
            <a:r>
              <a:rPr lang="en-US" sz="1100" dirty="0">
                <a:solidFill>
                  <a:schemeClr val="dk1"/>
                </a:solidFill>
                <a:latin typeface="Times New Roman" panose="02020603050405020304" pitchFamily="18" charset="0"/>
                <a:cs typeface="Times New Roman" panose="02020603050405020304" pitchFamily="18" charset="0"/>
              </a:rPr>
              <a:t>15 interviews; 5 </a:t>
            </a:r>
            <a:r>
              <a:rPr lang="en-US" sz="1100" dirty="0" err="1">
                <a:solidFill>
                  <a:schemeClr val="dk1"/>
                </a:solidFill>
                <a:latin typeface="Times New Roman" panose="02020603050405020304" pitchFamily="18" charset="0"/>
                <a:cs typeface="Times New Roman" panose="02020603050405020304" pitchFamily="18" charset="0"/>
              </a:rPr>
              <a:t>anonymised</a:t>
            </a:r>
            <a:r>
              <a:rPr lang="en-US" sz="1100" dirty="0">
                <a:solidFill>
                  <a:schemeClr val="dk1"/>
                </a:solidFill>
                <a:latin typeface="Times New Roman" panose="02020603050405020304" pitchFamily="18" charset="0"/>
                <a:cs typeface="Times New Roman" panose="02020603050405020304" pitchFamily="18" charset="0"/>
              </a:rPr>
              <a:t> RFQs; one product family; ontology, schemas, policies and evaluation set; 3 design partners.</a:t>
            </a:r>
            <a:endParaRPr sz="1100" dirty="0">
              <a:solidFill>
                <a:schemeClr val="dk1"/>
              </a:solidFill>
              <a:latin typeface="Times New Roman" panose="02020603050405020304" pitchFamily="18" charset="0"/>
              <a:cs typeface="Times New Roman" panose="02020603050405020304" pitchFamily="18" charset="0"/>
            </a:endParaRPr>
          </a:p>
          <a:p>
            <a:pPr marL="158750" marR="0" lvl="0" algn="l" rtl="0">
              <a:lnSpc>
                <a:spcPct val="115000"/>
              </a:lnSpc>
              <a:spcBef>
                <a:spcPts val="0"/>
              </a:spcBef>
              <a:spcAft>
                <a:spcPts val="0"/>
              </a:spcAft>
              <a:buClr>
                <a:schemeClr val="dk1"/>
              </a:buClr>
              <a:buSzPts val="1100"/>
            </a:pPr>
            <a:endParaRPr lang="en-US" sz="1100" b="1" dirty="0">
              <a:solidFill>
                <a:schemeClr val="dk1"/>
              </a:solidFill>
              <a:latin typeface="Times New Roman" panose="02020603050405020304" pitchFamily="18" charset="0"/>
              <a:cs typeface="Times New Roman" panose="02020603050405020304" pitchFamily="18" charset="0"/>
            </a:endParaRPr>
          </a:p>
          <a:p>
            <a:pPr marL="158750" marR="0" lvl="0" algn="l" rtl="0">
              <a:lnSpc>
                <a:spcPct val="115000"/>
              </a:lnSpc>
              <a:spcBef>
                <a:spcPts val="0"/>
              </a:spcBef>
              <a:spcAft>
                <a:spcPts val="0"/>
              </a:spcAft>
              <a:buClr>
                <a:schemeClr val="dk1"/>
              </a:buClr>
              <a:buSzPts val="1100"/>
            </a:pPr>
            <a:r>
              <a:rPr lang="en-US" sz="1100" b="1" dirty="0">
                <a:solidFill>
                  <a:schemeClr val="dk1"/>
                </a:solidFill>
                <a:latin typeface="Times New Roman" panose="02020603050405020304" pitchFamily="18" charset="0"/>
                <a:cs typeface="Times New Roman" panose="02020603050405020304" pitchFamily="18" charset="0"/>
              </a:rPr>
              <a:t>5-8 WEEKS | MVP</a:t>
            </a:r>
            <a:endParaRPr sz="1100" b="1" dirty="0">
              <a:solidFill>
                <a:schemeClr val="dk1"/>
              </a:solidFill>
              <a:latin typeface="Times New Roman" panose="02020603050405020304" pitchFamily="18" charset="0"/>
              <a:cs typeface="Times New Roman" panose="02020603050405020304" pitchFamily="18" charset="0"/>
            </a:endParaRPr>
          </a:p>
          <a:p>
            <a:pPr marL="158750" marR="0" lvl="0" algn="l" rtl="0">
              <a:lnSpc>
                <a:spcPct val="115000"/>
              </a:lnSpc>
              <a:spcBef>
                <a:spcPts val="0"/>
              </a:spcBef>
              <a:spcAft>
                <a:spcPts val="0"/>
              </a:spcAft>
              <a:buClr>
                <a:schemeClr val="dk1"/>
              </a:buClr>
              <a:buSzPts val="1100"/>
            </a:pPr>
            <a:r>
              <a:rPr lang="en-US" sz="1100" dirty="0">
                <a:solidFill>
                  <a:schemeClr val="dk1"/>
                </a:solidFill>
                <a:latin typeface="Times New Roman" panose="02020603050405020304" pitchFamily="18" charset="0"/>
                <a:cs typeface="Times New Roman" panose="02020603050405020304" pitchFamily="18" charset="0"/>
              </a:rPr>
              <a:t>RFQ extraction; hybrid product matching; clarification; simulated stock/pricing; margin guardrail; approval dashboard; editable quote/PDF; audit log.</a:t>
            </a:r>
            <a:endParaRPr sz="1100" dirty="0">
              <a:solidFill>
                <a:schemeClr val="dk1"/>
              </a:solidFill>
              <a:latin typeface="Times New Roman" panose="02020603050405020304" pitchFamily="18" charset="0"/>
              <a:cs typeface="Times New Roman" panose="02020603050405020304" pitchFamily="18" charset="0"/>
            </a:endParaRPr>
          </a:p>
          <a:p>
            <a:pPr marL="158750" marR="0" lvl="0" algn="l" rtl="0">
              <a:lnSpc>
                <a:spcPct val="115000"/>
              </a:lnSpc>
              <a:spcBef>
                <a:spcPts val="0"/>
              </a:spcBef>
              <a:spcAft>
                <a:spcPts val="0"/>
              </a:spcAft>
              <a:buClr>
                <a:schemeClr val="dk1"/>
              </a:buClr>
              <a:buSzPts val="1100"/>
            </a:pPr>
            <a:endParaRPr lang="en-US" sz="1100" b="1" dirty="0">
              <a:solidFill>
                <a:schemeClr val="dk1"/>
              </a:solidFill>
              <a:latin typeface="Times New Roman" panose="02020603050405020304" pitchFamily="18" charset="0"/>
              <a:cs typeface="Times New Roman" panose="02020603050405020304" pitchFamily="18" charset="0"/>
            </a:endParaRPr>
          </a:p>
          <a:p>
            <a:pPr marL="158750" marR="0" lvl="0" algn="l" rtl="0">
              <a:lnSpc>
                <a:spcPct val="115000"/>
              </a:lnSpc>
              <a:spcBef>
                <a:spcPts val="0"/>
              </a:spcBef>
              <a:spcAft>
                <a:spcPts val="0"/>
              </a:spcAft>
              <a:buClr>
                <a:schemeClr val="dk1"/>
              </a:buClr>
              <a:buSzPts val="1100"/>
            </a:pPr>
            <a:r>
              <a:rPr lang="en-US" sz="1100" b="1" dirty="0">
                <a:solidFill>
                  <a:schemeClr val="dk1"/>
                </a:solidFill>
                <a:latin typeface="Times New Roman" panose="02020603050405020304" pitchFamily="18" charset="0"/>
                <a:cs typeface="Times New Roman" panose="02020603050405020304" pitchFamily="18" charset="0"/>
              </a:rPr>
              <a:t>9-12 WEEKS | PILOT HARDENING</a:t>
            </a:r>
            <a:endParaRPr sz="1100" b="1" dirty="0">
              <a:solidFill>
                <a:schemeClr val="dk1"/>
              </a:solidFill>
              <a:latin typeface="Times New Roman" panose="02020603050405020304" pitchFamily="18" charset="0"/>
              <a:cs typeface="Times New Roman" panose="02020603050405020304" pitchFamily="18" charset="0"/>
            </a:endParaRPr>
          </a:p>
          <a:p>
            <a:pPr marL="158750" marR="0" lvl="0" algn="l" rtl="0">
              <a:lnSpc>
                <a:spcPct val="115000"/>
              </a:lnSpc>
              <a:spcBef>
                <a:spcPts val="0"/>
              </a:spcBef>
              <a:spcAft>
                <a:spcPts val="0"/>
              </a:spcAft>
              <a:buClr>
                <a:schemeClr val="dk1"/>
              </a:buClr>
              <a:buSzPts val="1100"/>
            </a:pPr>
            <a:r>
              <a:rPr lang="en-US" sz="1100" dirty="0">
                <a:solidFill>
                  <a:schemeClr val="dk1"/>
                </a:solidFill>
                <a:latin typeface="Times New Roman" panose="02020603050405020304" pitchFamily="18" charset="0"/>
                <a:cs typeface="Times New Roman" panose="02020603050405020304" pitchFamily="18" charset="0"/>
              </a:rPr>
              <a:t>Tenant auth, encryption, roles, file/prompt-injection checks, evaluation dashboard, failure handling, feedback and first shadow-mode pilot.</a:t>
            </a:r>
            <a:endParaRPr sz="1100" dirty="0">
              <a:solidFill>
                <a:schemeClr val="dk1"/>
              </a:solidFill>
              <a:latin typeface="Times New Roman" panose="02020603050405020304" pitchFamily="18" charset="0"/>
              <a:cs typeface="Times New Roman" panose="02020603050405020304" pitchFamily="18" charset="0"/>
            </a:endParaRPr>
          </a:p>
          <a:p>
            <a:pPr marL="158750" marR="0" lvl="0" algn="l" rtl="0">
              <a:lnSpc>
                <a:spcPct val="115000"/>
              </a:lnSpc>
              <a:spcBef>
                <a:spcPts val="0"/>
              </a:spcBef>
              <a:spcAft>
                <a:spcPts val="0"/>
              </a:spcAft>
              <a:buClr>
                <a:schemeClr val="dk1"/>
              </a:buClr>
              <a:buSzPts val="1100"/>
            </a:pPr>
            <a:endParaRPr lang="en-US" sz="1100" b="1" dirty="0">
              <a:solidFill>
                <a:schemeClr val="dk1"/>
              </a:solidFill>
              <a:latin typeface="Times New Roman" panose="02020603050405020304" pitchFamily="18" charset="0"/>
              <a:cs typeface="Times New Roman" panose="02020603050405020304" pitchFamily="18" charset="0"/>
            </a:endParaRPr>
          </a:p>
          <a:p>
            <a:pPr marL="158750" marR="0" lvl="0" algn="l" rtl="0">
              <a:lnSpc>
                <a:spcPct val="115000"/>
              </a:lnSpc>
              <a:spcBef>
                <a:spcPts val="0"/>
              </a:spcBef>
              <a:spcAft>
                <a:spcPts val="0"/>
              </a:spcAft>
              <a:buClr>
                <a:schemeClr val="dk1"/>
              </a:buClr>
              <a:buSzPts val="1100"/>
            </a:pPr>
            <a:r>
              <a:rPr lang="en-US" sz="1100" b="1" dirty="0">
                <a:solidFill>
                  <a:schemeClr val="dk1"/>
                </a:solidFill>
                <a:latin typeface="Times New Roman" panose="02020603050405020304" pitchFamily="18" charset="0"/>
                <a:cs typeface="Times New Roman" panose="02020603050405020304" pitchFamily="18" charset="0"/>
              </a:rPr>
              <a:t>MONTHS 4-6 | COMMERCIAL BETA</a:t>
            </a:r>
            <a:endParaRPr sz="1100" b="1" dirty="0">
              <a:solidFill>
                <a:schemeClr val="dk1"/>
              </a:solidFill>
              <a:latin typeface="Times New Roman" panose="02020603050405020304" pitchFamily="18" charset="0"/>
              <a:cs typeface="Times New Roman" panose="02020603050405020304" pitchFamily="18" charset="0"/>
            </a:endParaRPr>
          </a:p>
          <a:p>
            <a:pPr marL="158750" marR="0" lvl="0" algn="l" rtl="0">
              <a:lnSpc>
                <a:spcPct val="115000"/>
              </a:lnSpc>
              <a:spcBef>
                <a:spcPts val="0"/>
              </a:spcBef>
              <a:spcAft>
                <a:spcPts val="0"/>
              </a:spcAft>
              <a:buClr>
                <a:schemeClr val="dk1"/>
              </a:buClr>
              <a:buSzPts val="1100"/>
            </a:pPr>
            <a:r>
              <a:rPr lang="en-US" sz="1100" dirty="0">
                <a:solidFill>
                  <a:schemeClr val="dk1"/>
                </a:solidFill>
                <a:latin typeface="Times New Roman" panose="02020603050405020304" pitchFamily="18" charset="0"/>
                <a:cs typeface="Times New Roman" panose="02020603050405020304" pitchFamily="18" charset="0"/>
              </a:rPr>
              <a:t>Email/CRM connector; one ERP/accounting integration; configurable template; monitoring/backups/support; target 5-10 paid customers.</a:t>
            </a:r>
            <a:endParaRPr sz="1100" dirty="0">
              <a:solidFill>
                <a:schemeClr val="dk1"/>
              </a:solidFill>
              <a:latin typeface="Times New Roman" panose="02020603050405020304" pitchFamily="18" charset="0"/>
              <a:cs typeface="Times New Roman" panose="02020603050405020304" pitchFamily="18" charset="0"/>
            </a:endParaRPr>
          </a:p>
          <a:p>
            <a:pPr marL="158750" marR="0" lvl="0" algn="l" rtl="0">
              <a:lnSpc>
                <a:spcPct val="115000"/>
              </a:lnSpc>
              <a:spcBef>
                <a:spcPts val="0"/>
              </a:spcBef>
              <a:spcAft>
                <a:spcPts val="0"/>
              </a:spcAft>
              <a:buClr>
                <a:schemeClr val="dk1"/>
              </a:buClr>
              <a:buSzPts val="1100"/>
            </a:pPr>
            <a:endParaRPr lang="en-US" sz="1100" b="1" dirty="0">
              <a:solidFill>
                <a:schemeClr val="dk1"/>
              </a:solidFill>
              <a:latin typeface="Times New Roman" panose="02020603050405020304" pitchFamily="18" charset="0"/>
              <a:cs typeface="Times New Roman" panose="02020603050405020304" pitchFamily="18" charset="0"/>
            </a:endParaRPr>
          </a:p>
          <a:p>
            <a:pPr marL="158750" marR="0" lvl="0" algn="l" rtl="0">
              <a:lnSpc>
                <a:spcPct val="115000"/>
              </a:lnSpc>
              <a:spcBef>
                <a:spcPts val="0"/>
              </a:spcBef>
              <a:spcAft>
                <a:spcPts val="0"/>
              </a:spcAft>
              <a:buClr>
                <a:schemeClr val="dk1"/>
              </a:buClr>
              <a:buSzPts val="1100"/>
            </a:pPr>
            <a:r>
              <a:rPr lang="en-US" sz="1100" b="1" dirty="0">
                <a:solidFill>
                  <a:schemeClr val="dk1"/>
                </a:solidFill>
                <a:latin typeface="Times New Roman" panose="02020603050405020304" pitchFamily="18" charset="0"/>
                <a:cs typeface="Times New Roman" panose="02020603050405020304" pitchFamily="18" charset="0"/>
              </a:rPr>
              <a:t>CRITICAL SUPPORT</a:t>
            </a:r>
            <a:endParaRPr sz="1100" b="1" dirty="0">
              <a:solidFill>
                <a:schemeClr val="dk1"/>
              </a:solidFill>
              <a:latin typeface="Times New Roman" panose="02020603050405020304" pitchFamily="18" charset="0"/>
              <a:cs typeface="Times New Roman" panose="02020603050405020304" pitchFamily="18" charset="0"/>
            </a:endParaRPr>
          </a:p>
          <a:p>
            <a:pPr marL="158750" marR="0" lvl="0" algn="l" rtl="0">
              <a:lnSpc>
                <a:spcPct val="115000"/>
              </a:lnSpc>
              <a:spcBef>
                <a:spcPts val="0"/>
              </a:spcBef>
              <a:spcAft>
                <a:spcPts val="0"/>
              </a:spcAft>
              <a:buClr>
                <a:schemeClr val="dk1"/>
              </a:buClr>
              <a:buSzPts val="1100"/>
            </a:pPr>
            <a:r>
              <a:rPr lang="en-US" sz="1100" dirty="0">
                <a:solidFill>
                  <a:schemeClr val="dk1"/>
                </a:solidFill>
                <a:latin typeface="Times New Roman" panose="02020603050405020304" pitchFamily="18" charset="0"/>
                <a:cs typeface="Times New Roman" panose="02020603050405020304" pitchFamily="18" charset="0"/>
              </a:rPr>
              <a:t>Design partners, product expert, full-stack/UX talent, cloud credits, security/legal and B2B GTM mentoring.</a:t>
            </a:r>
            <a:endParaRPr sz="1100" dirty="0">
              <a:solidFill>
                <a:schemeClr val="dk1"/>
              </a:solidFill>
              <a:latin typeface="Times New Roman" panose="02020603050405020304" pitchFamily="18" charset="0"/>
              <a:cs typeface="Times New Roman" panose="02020603050405020304" pitchFamily="18" charset="0"/>
            </a:endParaRPr>
          </a:p>
        </p:txBody>
      </p:sp>
      <p:sp>
        <p:nvSpPr>
          <p:cNvPr id="271" name="Google Shape;271;p22"/>
          <p:cNvSpPr/>
          <p:nvPr/>
        </p:nvSpPr>
        <p:spPr>
          <a:xfrm>
            <a:off x="313450" y="428700"/>
            <a:ext cx="5153700" cy="5073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2400"/>
              </a:spcBef>
              <a:spcAft>
                <a:spcPts val="600"/>
              </a:spcAft>
              <a:buClr>
                <a:schemeClr val="dk1"/>
              </a:buClr>
              <a:buSzPts val="2300"/>
              <a:buFont typeface="Arial"/>
              <a:buNone/>
            </a:pPr>
            <a:r>
              <a:rPr lang="en-US" sz="2300" b="1" dirty="0">
                <a:solidFill>
                  <a:schemeClr val="dk1"/>
                </a:solidFill>
              </a:rPr>
              <a:t>Development Roadmap</a:t>
            </a:r>
            <a:endParaRPr sz="1800" b="1" dirty="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pic>
        <p:nvPicPr>
          <p:cNvPr id="277" name="Google Shape;277;p23"/>
          <p:cNvPicPr preferRelativeResize="0"/>
          <p:nvPr/>
        </p:nvPicPr>
        <p:blipFill rotWithShape="1">
          <a:blip r:embed="rId3">
            <a:alphaModFix/>
          </a:blip>
          <a:srcRect/>
          <a:stretch/>
        </p:blipFill>
        <p:spPr>
          <a:xfrm>
            <a:off x="8" y="-1"/>
            <a:ext cx="9143992" cy="5143501"/>
          </a:xfrm>
          <a:prstGeom prst="rect">
            <a:avLst/>
          </a:prstGeom>
          <a:noFill/>
          <a:ln>
            <a:noFill/>
          </a:ln>
        </p:spPr>
      </p:pic>
      <p:sp>
        <p:nvSpPr>
          <p:cNvPr id="278" name="Google Shape;278;p23"/>
          <p:cNvSpPr/>
          <p:nvPr/>
        </p:nvSpPr>
        <p:spPr>
          <a:xfrm>
            <a:off x="185081" y="1070329"/>
            <a:ext cx="4386919" cy="3723171"/>
          </a:xfrm>
          <a:prstGeom prst="rect">
            <a:avLst/>
          </a:prstGeom>
          <a:noFill/>
          <a:ln>
            <a:noFill/>
          </a:ln>
        </p:spPr>
        <p:txBody>
          <a:bodyPr spcFirstLastPara="1" wrap="square" lIns="91425" tIns="91425" rIns="91425" bIns="91425" anchor="t" anchorCtr="0">
            <a:noAutofit/>
          </a:bodyPr>
          <a:lstStyle/>
          <a:p>
            <a:pPr marL="158750" marR="0" lvl="0" rtl="0">
              <a:lnSpc>
                <a:spcPct val="115000"/>
              </a:lnSpc>
              <a:spcBef>
                <a:spcPts val="1200"/>
              </a:spcBef>
              <a:spcAft>
                <a:spcPts val="0"/>
              </a:spcAft>
              <a:buClr>
                <a:schemeClr val="dk1"/>
              </a:buClr>
              <a:buSzPts val="1100"/>
            </a:pPr>
            <a:r>
              <a:rPr lang="en-US" sz="1050" b="1" dirty="0">
                <a:solidFill>
                  <a:schemeClr val="dk1"/>
                </a:solidFill>
                <a:latin typeface="Times New Roman" panose="02020603050405020304" pitchFamily="18" charset="0"/>
                <a:cs typeface="Times New Roman" panose="02020603050405020304" pitchFamily="18" charset="0"/>
              </a:rPr>
              <a:t>FOUNDER-MARKET FIT</a:t>
            </a:r>
            <a:endParaRPr sz="1050" dirty="0">
              <a:solidFill>
                <a:schemeClr val="dk1"/>
              </a:solidFill>
              <a:latin typeface="Times New Roman" panose="02020603050405020304" pitchFamily="18" charset="0"/>
              <a:cs typeface="Times New Roman" panose="02020603050405020304" pitchFamily="18" charset="0"/>
            </a:endParaRPr>
          </a:p>
          <a:p>
            <a:pPr marL="158750" marR="0" lvl="0" rtl="0">
              <a:lnSpc>
                <a:spcPct val="115000"/>
              </a:lnSpc>
              <a:spcBef>
                <a:spcPts val="0"/>
              </a:spcBef>
              <a:spcAft>
                <a:spcPts val="0"/>
              </a:spcAft>
              <a:buClr>
                <a:schemeClr val="dk1"/>
              </a:buClr>
              <a:buSzPts val="1100"/>
            </a:pPr>
            <a:r>
              <a:rPr lang="en-US" sz="1050" dirty="0">
                <a:solidFill>
                  <a:schemeClr val="dk1"/>
                </a:solidFill>
                <a:latin typeface="Times New Roman" panose="02020603050405020304" pitchFamily="18" charset="0"/>
                <a:cs typeface="Times New Roman" panose="02020603050405020304" pitchFamily="18" charset="0"/>
              </a:rPr>
              <a:t>Amruta Shah-Patel brings 11+ years across AI/ML, data science, technical delivery, client leadership, sales/pre-sales and electrical/industrial automation - connecting buyer workflow, product context and production AI execution.</a:t>
            </a:r>
            <a:endParaRPr sz="1050" dirty="0">
              <a:solidFill>
                <a:schemeClr val="dk1"/>
              </a:solidFill>
              <a:latin typeface="Times New Roman" panose="02020603050405020304" pitchFamily="18" charset="0"/>
              <a:cs typeface="Times New Roman" panose="02020603050405020304" pitchFamily="18" charset="0"/>
            </a:endParaRPr>
          </a:p>
          <a:p>
            <a:pPr marL="158750" marR="0" lvl="0" rtl="0">
              <a:lnSpc>
                <a:spcPct val="115000"/>
              </a:lnSpc>
              <a:spcBef>
                <a:spcPts val="0"/>
              </a:spcBef>
              <a:spcAft>
                <a:spcPts val="0"/>
              </a:spcAft>
              <a:buClr>
                <a:schemeClr val="dk1"/>
              </a:buClr>
              <a:buSzPts val="1100"/>
            </a:pPr>
            <a:r>
              <a:rPr lang="en-US" sz="1050" b="1" dirty="0">
                <a:solidFill>
                  <a:schemeClr val="dk1"/>
                </a:solidFill>
                <a:latin typeface="Times New Roman" panose="02020603050405020304" pitchFamily="18" charset="0"/>
                <a:cs typeface="Times New Roman" panose="02020603050405020304" pitchFamily="18" charset="0"/>
              </a:rPr>
              <a:t>RELEVANT CAPABILITIES</a:t>
            </a:r>
            <a:endParaRPr sz="1050" b="1" dirty="0">
              <a:solidFill>
                <a:schemeClr val="dk1"/>
              </a:solidFill>
              <a:latin typeface="Times New Roman" panose="02020603050405020304" pitchFamily="18" charset="0"/>
              <a:cs typeface="Times New Roman" panose="02020603050405020304" pitchFamily="18" charset="0"/>
            </a:endParaRPr>
          </a:p>
          <a:p>
            <a:pPr marL="158750" marR="0" lvl="0" rtl="0">
              <a:lnSpc>
                <a:spcPct val="115000"/>
              </a:lnSpc>
              <a:spcBef>
                <a:spcPts val="0"/>
              </a:spcBef>
              <a:spcAft>
                <a:spcPts val="0"/>
              </a:spcAft>
              <a:buClr>
                <a:schemeClr val="dk1"/>
              </a:buClr>
              <a:buSzPts val="1100"/>
            </a:pPr>
            <a:r>
              <a:rPr lang="en-US" sz="1050" dirty="0">
                <a:solidFill>
                  <a:schemeClr val="dk1"/>
                </a:solidFill>
                <a:latin typeface="Times New Roman" panose="02020603050405020304" pitchFamily="18" charset="0"/>
                <a:cs typeface="Times New Roman" panose="02020603050405020304" pitchFamily="18" charset="0"/>
              </a:rPr>
              <a:t>• Python, SQL, ML/DL, NLP, GenAI, RAG and agentic workflows.</a:t>
            </a:r>
            <a:endParaRPr sz="1050" dirty="0">
              <a:solidFill>
                <a:schemeClr val="dk1"/>
              </a:solidFill>
              <a:latin typeface="Times New Roman" panose="02020603050405020304" pitchFamily="18" charset="0"/>
              <a:cs typeface="Times New Roman" panose="02020603050405020304" pitchFamily="18" charset="0"/>
            </a:endParaRPr>
          </a:p>
          <a:p>
            <a:pPr marL="158750" marR="0" lvl="0" rtl="0">
              <a:lnSpc>
                <a:spcPct val="115000"/>
              </a:lnSpc>
              <a:spcBef>
                <a:spcPts val="0"/>
              </a:spcBef>
              <a:spcAft>
                <a:spcPts val="0"/>
              </a:spcAft>
              <a:buClr>
                <a:schemeClr val="dk1"/>
              </a:buClr>
              <a:buSzPts val="1100"/>
            </a:pPr>
            <a:r>
              <a:rPr lang="en-US" sz="1050" dirty="0">
                <a:solidFill>
                  <a:schemeClr val="dk1"/>
                </a:solidFill>
                <a:latin typeface="Times New Roman" panose="02020603050405020304" pitchFamily="18" charset="0"/>
                <a:cs typeface="Times New Roman" panose="02020603050405020304" pitchFamily="18" charset="0"/>
              </a:rPr>
              <a:t>• Cloud, Docker, APIs, </a:t>
            </a:r>
            <a:r>
              <a:rPr lang="en-US" sz="1050" dirty="0" err="1">
                <a:solidFill>
                  <a:schemeClr val="dk1"/>
                </a:solidFill>
                <a:latin typeface="Times New Roman" panose="02020603050405020304" pitchFamily="18" charset="0"/>
                <a:cs typeface="Times New Roman" panose="02020603050405020304" pitchFamily="18" charset="0"/>
              </a:rPr>
              <a:t>MLOps</a:t>
            </a:r>
            <a:r>
              <a:rPr lang="en-US" sz="1050" dirty="0">
                <a:solidFill>
                  <a:schemeClr val="dk1"/>
                </a:solidFill>
                <a:latin typeface="Times New Roman" panose="02020603050405020304" pitchFamily="18" charset="0"/>
                <a:cs typeface="Times New Roman" panose="02020603050405020304" pitchFamily="18" charset="0"/>
              </a:rPr>
              <a:t>/CI-CD and monitoring.</a:t>
            </a:r>
            <a:endParaRPr sz="1050" dirty="0">
              <a:solidFill>
                <a:schemeClr val="dk1"/>
              </a:solidFill>
              <a:latin typeface="Times New Roman" panose="02020603050405020304" pitchFamily="18" charset="0"/>
              <a:cs typeface="Times New Roman" panose="02020603050405020304" pitchFamily="18" charset="0"/>
            </a:endParaRPr>
          </a:p>
          <a:p>
            <a:pPr marL="158750" marR="0" lvl="0" rtl="0">
              <a:lnSpc>
                <a:spcPct val="115000"/>
              </a:lnSpc>
              <a:spcBef>
                <a:spcPts val="0"/>
              </a:spcBef>
              <a:spcAft>
                <a:spcPts val="0"/>
              </a:spcAft>
              <a:buClr>
                <a:schemeClr val="dk1"/>
              </a:buClr>
              <a:buSzPts val="1100"/>
            </a:pPr>
            <a:r>
              <a:rPr lang="en-US" sz="1050" dirty="0">
                <a:solidFill>
                  <a:schemeClr val="dk1"/>
                </a:solidFill>
                <a:latin typeface="Times New Roman" panose="02020603050405020304" pitchFamily="18" charset="0"/>
                <a:cs typeface="Times New Roman" panose="02020603050405020304" pitchFamily="18" charset="0"/>
              </a:rPr>
              <a:t>• Discovery, proposals, cross-functional delivery and stakeholders.</a:t>
            </a:r>
            <a:endParaRPr sz="1050" dirty="0">
              <a:solidFill>
                <a:schemeClr val="dk1"/>
              </a:solidFill>
              <a:latin typeface="Times New Roman" panose="02020603050405020304" pitchFamily="18" charset="0"/>
              <a:cs typeface="Times New Roman" panose="02020603050405020304" pitchFamily="18" charset="0"/>
            </a:endParaRPr>
          </a:p>
          <a:p>
            <a:pPr marL="158750" marR="0" lvl="0" rtl="0">
              <a:lnSpc>
                <a:spcPct val="115000"/>
              </a:lnSpc>
              <a:spcBef>
                <a:spcPts val="0"/>
              </a:spcBef>
              <a:spcAft>
                <a:spcPts val="0"/>
              </a:spcAft>
              <a:buClr>
                <a:schemeClr val="dk1"/>
              </a:buClr>
              <a:buSzPts val="1100"/>
            </a:pPr>
            <a:r>
              <a:rPr lang="en-US" sz="1050" dirty="0">
                <a:solidFill>
                  <a:schemeClr val="dk1"/>
                </a:solidFill>
                <a:latin typeface="Times New Roman" panose="02020603050405020304" pitchFamily="18" charset="0"/>
                <a:cs typeface="Times New Roman" panose="02020603050405020304" pitchFamily="18" charset="0"/>
              </a:rPr>
              <a:t>• Industrial automation and sales/pre-sales exposure.</a:t>
            </a:r>
            <a:endParaRPr sz="1050" dirty="0">
              <a:solidFill>
                <a:schemeClr val="dk1"/>
              </a:solidFill>
              <a:latin typeface="Times New Roman" panose="02020603050405020304" pitchFamily="18" charset="0"/>
              <a:cs typeface="Times New Roman" panose="02020603050405020304" pitchFamily="18" charset="0"/>
            </a:endParaRPr>
          </a:p>
          <a:p>
            <a:pPr marL="158750" marR="0" lvl="0" rtl="0">
              <a:lnSpc>
                <a:spcPct val="115000"/>
              </a:lnSpc>
              <a:spcBef>
                <a:spcPts val="0"/>
              </a:spcBef>
              <a:spcAft>
                <a:spcPts val="0"/>
              </a:spcAft>
              <a:buClr>
                <a:schemeClr val="dk1"/>
              </a:buClr>
              <a:buSzPts val="1100"/>
            </a:pPr>
            <a:r>
              <a:rPr lang="en-US" sz="1050" b="1" dirty="0">
                <a:solidFill>
                  <a:schemeClr val="dk1"/>
                </a:solidFill>
                <a:latin typeface="Times New Roman" panose="02020603050405020304" pitchFamily="18" charset="0"/>
                <a:cs typeface="Times New Roman" panose="02020603050405020304" pitchFamily="18" charset="0"/>
              </a:rPr>
              <a:t>PLANNED COMPLEMENTS</a:t>
            </a:r>
            <a:endParaRPr sz="1050" b="1" dirty="0">
              <a:solidFill>
                <a:schemeClr val="dk1"/>
              </a:solidFill>
              <a:latin typeface="Times New Roman" panose="02020603050405020304" pitchFamily="18" charset="0"/>
              <a:cs typeface="Times New Roman" panose="02020603050405020304" pitchFamily="18" charset="0"/>
            </a:endParaRPr>
          </a:p>
          <a:p>
            <a:pPr marL="158750" marR="0" lvl="0" rtl="0">
              <a:lnSpc>
                <a:spcPct val="115000"/>
              </a:lnSpc>
              <a:spcBef>
                <a:spcPts val="0"/>
              </a:spcBef>
              <a:spcAft>
                <a:spcPts val="0"/>
              </a:spcAft>
              <a:buClr>
                <a:schemeClr val="dk1"/>
              </a:buClr>
              <a:buSzPts val="1100"/>
            </a:pPr>
            <a:r>
              <a:rPr lang="en-US" sz="1050" dirty="0">
                <a:solidFill>
                  <a:schemeClr val="dk1"/>
                </a:solidFill>
                <a:latin typeface="Times New Roman" panose="02020603050405020304" pitchFamily="18" charset="0"/>
                <a:cs typeface="Times New Roman" panose="02020603050405020304" pitchFamily="18" charset="0"/>
              </a:rPr>
              <a:t>• Industrial application expert: ontology and match validation.</a:t>
            </a:r>
            <a:endParaRPr sz="1050" dirty="0">
              <a:solidFill>
                <a:schemeClr val="dk1"/>
              </a:solidFill>
              <a:latin typeface="Times New Roman" panose="02020603050405020304" pitchFamily="18" charset="0"/>
              <a:cs typeface="Times New Roman" panose="02020603050405020304" pitchFamily="18" charset="0"/>
            </a:endParaRPr>
          </a:p>
          <a:p>
            <a:pPr marL="158750" marR="0" lvl="0" rtl="0">
              <a:lnSpc>
                <a:spcPct val="115000"/>
              </a:lnSpc>
              <a:spcBef>
                <a:spcPts val="0"/>
              </a:spcBef>
              <a:spcAft>
                <a:spcPts val="0"/>
              </a:spcAft>
              <a:buClr>
                <a:schemeClr val="dk1"/>
              </a:buClr>
              <a:buSzPts val="1100"/>
            </a:pPr>
            <a:r>
              <a:rPr lang="en-US" sz="1050" dirty="0">
                <a:solidFill>
                  <a:schemeClr val="dk1"/>
                </a:solidFill>
                <a:latin typeface="Times New Roman" panose="02020603050405020304" pitchFamily="18" charset="0"/>
                <a:cs typeface="Times New Roman" panose="02020603050405020304" pitchFamily="18" charset="0"/>
              </a:rPr>
              <a:t>• Full-stack engineer: secure UX and integrations.</a:t>
            </a:r>
            <a:endParaRPr sz="1050" dirty="0">
              <a:solidFill>
                <a:schemeClr val="dk1"/>
              </a:solidFill>
              <a:latin typeface="Times New Roman" panose="02020603050405020304" pitchFamily="18" charset="0"/>
              <a:cs typeface="Times New Roman" panose="02020603050405020304" pitchFamily="18" charset="0"/>
            </a:endParaRPr>
          </a:p>
          <a:p>
            <a:pPr marL="158750" marR="0" lvl="0" rtl="0">
              <a:lnSpc>
                <a:spcPct val="115000"/>
              </a:lnSpc>
              <a:spcBef>
                <a:spcPts val="0"/>
              </a:spcBef>
              <a:spcAft>
                <a:spcPts val="0"/>
              </a:spcAft>
              <a:buClr>
                <a:schemeClr val="dk1"/>
              </a:buClr>
              <a:buSzPts val="1100"/>
            </a:pPr>
            <a:r>
              <a:rPr lang="en-US" sz="1050" dirty="0">
                <a:solidFill>
                  <a:schemeClr val="dk1"/>
                </a:solidFill>
                <a:latin typeface="Times New Roman" panose="02020603050405020304" pitchFamily="18" charset="0"/>
                <a:cs typeface="Times New Roman" panose="02020603050405020304" pitchFamily="18" charset="0"/>
              </a:rPr>
              <a:t>• Part-time security/compliance advisor.</a:t>
            </a:r>
            <a:endParaRPr sz="1050" dirty="0">
              <a:solidFill>
                <a:schemeClr val="dk1"/>
              </a:solidFill>
              <a:latin typeface="Times New Roman" panose="02020603050405020304" pitchFamily="18" charset="0"/>
              <a:cs typeface="Times New Roman" panose="02020603050405020304" pitchFamily="18" charset="0"/>
            </a:endParaRPr>
          </a:p>
          <a:p>
            <a:pPr marL="158750" marR="0" lvl="0" rtl="0">
              <a:lnSpc>
                <a:spcPct val="115000"/>
              </a:lnSpc>
              <a:spcBef>
                <a:spcPts val="0"/>
              </a:spcBef>
              <a:spcAft>
                <a:spcPts val="0"/>
              </a:spcAft>
              <a:buClr>
                <a:schemeClr val="dk1"/>
              </a:buClr>
              <a:buSzPts val="1100"/>
            </a:pPr>
            <a:r>
              <a:rPr lang="en-US" sz="1050" dirty="0">
                <a:solidFill>
                  <a:schemeClr val="dk1"/>
                </a:solidFill>
                <a:latin typeface="Times New Roman" panose="02020603050405020304" pitchFamily="18" charset="0"/>
                <a:cs typeface="Times New Roman" panose="02020603050405020304" pitchFamily="18" charset="0"/>
              </a:rPr>
              <a:t>• B2B sales mentor/design-partner champion.</a:t>
            </a:r>
            <a:endParaRPr sz="1050" dirty="0">
              <a:solidFill>
                <a:schemeClr val="dk1"/>
              </a:solidFill>
              <a:latin typeface="Times New Roman" panose="02020603050405020304" pitchFamily="18" charset="0"/>
              <a:cs typeface="Times New Roman" panose="02020603050405020304" pitchFamily="18" charset="0"/>
            </a:endParaRPr>
          </a:p>
          <a:p>
            <a:pPr marL="158750" marR="0" lvl="0" rtl="0">
              <a:lnSpc>
                <a:spcPct val="115000"/>
              </a:lnSpc>
              <a:spcBef>
                <a:spcPts val="0"/>
              </a:spcBef>
              <a:spcAft>
                <a:spcPts val="0"/>
              </a:spcAft>
              <a:buClr>
                <a:schemeClr val="dk1"/>
              </a:buClr>
              <a:buSzPts val="1100"/>
            </a:pPr>
            <a:r>
              <a:rPr lang="en-US" sz="1050" b="1" dirty="0">
                <a:solidFill>
                  <a:schemeClr val="dk1"/>
                </a:solidFill>
                <a:latin typeface="Times New Roman" panose="02020603050405020304" pitchFamily="18" charset="0"/>
                <a:cs typeface="Times New Roman" panose="02020603050405020304" pitchFamily="18" charset="0"/>
              </a:rPr>
              <a:t>PRINCIPLE</a:t>
            </a:r>
            <a:endParaRPr sz="1050" b="1" dirty="0">
              <a:solidFill>
                <a:schemeClr val="dk1"/>
              </a:solidFill>
              <a:latin typeface="Times New Roman" panose="02020603050405020304" pitchFamily="18" charset="0"/>
              <a:cs typeface="Times New Roman" panose="02020603050405020304" pitchFamily="18" charset="0"/>
            </a:endParaRPr>
          </a:p>
          <a:p>
            <a:pPr marL="158750" marR="0" lvl="0" rtl="0">
              <a:lnSpc>
                <a:spcPct val="115000"/>
              </a:lnSpc>
              <a:spcBef>
                <a:spcPts val="0"/>
              </a:spcBef>
              <a:spcAft>
                <a:spcPts val="0"/>
              </a:spcAft>
              <a:buClr>
                <a:schemeClr val="dk1"/>
              </a:buClr>
              <a:buSzPts val="1100"/>
            </a:pPr>
            <a:r>
              <a:rPr lang="en-US" sz="1050" dirty="0">
                <a:solidFill>
                  <a:schemeClr val="dk1"/>
                </a:solidFill>
                <a:latin typeface="Times New Roman" panose="02020603050405020304" pitchFamily="18" charset="0"/>
                <a:cs typeface="Times New Roman" panose="02020603050405020304" pitchFamily="18" charset="0"/>
              </a:rPr>
              <a:t>AI proposes; governed tools verify; humans approve every commercial commitment.</a:t>
            </a:r>
          </a:p>
          <a:p>
            <a:pPr marL="158750" marR="0" lvl="0" algn="l" rtl="0">
              <a:lnSpc>
                <a:spcPct val="115000"/>
              </a:lnSpc>
              <a:spcBef>
                <a:spcPts val="0"/>
              </a:spcBef>
              <a:spcAft>
                <a:spcPts val="0"/>
              </a:spcAft>
              <a:buClr>
                <a:schemeClr val="dk1"/>
              </a:buClr>
              <a:buSzPts val="1100"/>
            </a:pPr>
            <a:endParaRPr sz="1050" b="1" dirty="0">
              <a:solidFill>
                <a:schemeClr val="dk1"/>
              </a:solidFill>
              <a:latin typeface="Times New Roman" panose="02020603050405020304" pitchFamily="18" charset="0"/>
              <a:cs typeface="Times New Roman" panose="02020603050405020304" pitchFamily="18" charset="0"/>
            </a:endParaRPr>
          </a:p>
        </p:txBody>
      </p:sp>
      <p:sp>
        <p:nvSpPr>
          <p:cNvPr id="279" name="Google Shape;279;p23"/>
          <p:cNvSpPr/>
          <p:nvPr/>
        </p:nvSpPr>
        <p:spPr>
          <a:xfrm>
            <a:off x="251341" y="350000"/>
            <a:ext cx="5153700" cy="5073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2400"/>
              </a:spcBef>
              <a:spcAft>
                <a:spcPts val="600"/>
              </a:spcAft>
              <a:buClr>
                <a:schemeClr val="dk1"/>
              </a:buClr>
              <a:buSzPts val="2300"/>
              <a:buFont typeface="Arial"/>
              <a:buNone/>
            </a:pPr>
            <a:r>
              <a:rPr lang="en-US" sz="2300" b="1" dirty="0">
                <a:solidFill>
                  <a:schemeClr val="dk1"/>
                </a:solidFill>
              </a:rPr>
              <a:t>Team</a:t>
            </a:r>
            <a:endParaRPr sz="1800" b="1" dirty="0">
              <a:solidFill>
                <a:schemeClr val="dk1"/>
              </a:solidFill>
            </a:endParaRPr>
          </a:p>
        </p:txBody>
      </p:sp>
      <p:sp>
        <p:nvSpPr>
          <p:cNvPr id="2" name="TextBox 1">
            <a:extLst>
              <a:ext uri="{FF2B5EF4-FFF2-40B4-BE49-F238E27FC236}">
                <a16:creationId xmlns:a16="http://schemas.microsoft.com/office/drawing/2014/main" id="{A762B93F-6BA8-0CA3-63F4-7B6D3008C3C1}"/>
              </a:ext>
            </a:extLst>
          </p:cNvPr>
          <p:cNvSpPr txBox="1"/>
          <p:nvPr/>
        </p:nvSpPr>
        <p:spPr>
          <a:xfrm>
            <a:off x="4572000" y="1354756"/>
            <a:ext cx="4571992" cy="3139321"/>
          </a:xfrm>
          <a:prstGeom prst="rect">
            <a:avLst/>
          </a:prstGeom>
          <a:noFill/>
        </p:spPr>
        <p:txBody>
          <a:bodyPr wrap="square" rtlCol="0">
            <a:spAutoFit/>
          </a:bodyPr>
          <a:lstStyle/>
          <a:p>
            <a:r>
              <a:rPr lang="en-IN" sz="1100" b="1" dirty="0">
                <a:latin typeface="Times New Roman" panose="02020603050405020304" pitchFamily="18" charset="0"/>
                <a:cs typeface="Times New Roman" panose="02020603050405020304" pitchFamily="18" charset="0"/>
              </a:rPr>
              <a:t>Adarsh Verma</a:t>
            </a:r>
          </a:p>
          <a:p>
            <a:r>
              <a:rPr lang="en-IN" sz="1100" b="1" dirty="0">
                <a:latin typeface="Times New Roman" panose="02020603050405020304" pitchFamily="18" charset="0"/>
                <a:cs typeface="Times New Roman" panose="02020603050405020304" pitchFamily="18" charset="0"/>
              </a:rPr>
              <a:t>Co-Founder &amp; Product / Technology Lead</a:t>
            </a:r>
            <a:endParaRPr lang="en-IN" sz="1100" dirty="0">
              <a:latin typeface="Times New Roman" panose="02020603050405020304" pitchFamily="18" charset="0"/>
              <a:cs typeface="Times New Roman" panose="02020603050405020304" pitchFamily="18" charset="0"/>
            </a:endParaRPr>
          </a:p>
          <a:p>
            <a:r>
              <a:rPr lang="en-IN" sz="1100" dirty="0">
                <a:latin typeface="Times New Roman" panose="02020603050405020304" pitchFamily="18" charset="0"/>
                <a:cs typeface="Times New Roman" panose="02020603050405020304" pitchFamily="18" charset="0"/>
              </a:rPr>
              <a:t>Adarsh Verma is pursuing a </a:t>
            </a:r>
            <a:r>
              <a:rPr lang="en-IN" sz="1100" b="1" dirty="0">
                <a:latin typeface="Times New Roman" panose="02020603050405020304" pitchFamily="18" charset="0"/>
                <a:cs typeface="Times New Roman" panose="02020603050405020304" pitchFamily="18" charset="0"/>
              </a:rPr>
              <a:t>Master of Computer Applications (MCA) at the University of Allahabad</a:t>
            </a:r>
            <a:r>
              <a:rPr lang="en-IN" sz="1100" dirty="0">
                <a:latin typeface="Times New Roman" panose="02020603050405020304" pitchFamily="18" charset="0"/>
                <a:cs typeface="Times New Roman" panose="02020603050405020304" pitchFamily="18" charset="0"/>
              </a:rPr>
              <a:t>. He focuses on building full-stack applications, AI-powered platforms, intelligent automation workflows, and database-driven systems.</a:t>
            </a:r>
          </a:p>
          <a:p>
            <a:endParaRPr lang="en-IN" sz="1100" dirty="0">
              <a:latin typeface="Times New Roman" panose="02020603050405020304" pitchFamily="18" charset="0"/>
              <a:cs typeface="Times New Roman" panose="02020603050405020304" pitchFamily="18" charset="0"/>
            </a:endParaRPr>
          </a:p>
          <a:p>
            <a:r>
              <a:rPr lang="en-IN" sz="1100" b="1" dirty="0">
                <a:latin typeface="Times New Roman" panose="02020603050405020304" pitchFamily="18" charset="0"/>
                <a:cs typeface="Times New Roman" panose="02020603050405020304" pitchFamily="18" charset="0"/>
              </a:rPr>
              <a:t>Key Responsibilities</a:t>
            </a:r>
            <a:endParaRPr lang="en-IN" sz="1100" dirty="0">
              <a:latin typeface="Times New Roman" panose="02020603050405020304" pitchFamily="18" charset="0"/>
              <a:cs typeface="Times New Roman" panose="02020603050405020304" pitchFamily="18" charset="0"/>
            </a:endParaRPr>
          </a:p>
          <a:p>
            <a:pPr lvl="0"/>
            <a:r>
              <a:rPr lang="en-IN" sz="1100" dirty="0">
                <a:latin typeface="Times New Roman" panose="02020603050405020304" pitchFamily="18" charset="0"/>
                <a:cs typeface="Times New Roman" panose="02020603050405020304" pitchFamily="18" charset="0"/>
              </a:rPr>
              <a:t>Product vision and system architecture </a:t>
            </a:r>
          </a:p>
          <a:p>
            <a:pPr lvl="0"/>
            <a:r>
              <a:rPr lang="en-IN" sz="1100" dirty="0">
                <a:latin typeface="Times New Roman" panose="02020603050405020304" pitchFamily="18" charset="0"/>
                <a:cs typeface="Times New Roman" panose="02020603050405020304" pitchFamily="18" charset="0"/>
              </a:rPr>
              <a:t>AI agent and workflow design </a:t>
            </a:r>
          </a:p>
          <a:p>
            <a:pPr lvl="0"/>
            <a:r>
              <a:rPr lang="en-IN" sz="1100" dirty="0">
                <a:latin typeface="Times New Roman" panose="02020603050405020304" pitchFamily="18" charset="0"/>
                <a:cs typeface="Times New Roman" panose="02020603050405020304" pitchFamily="18" charset="0"/>
              </a:rPr>
              <a:t>Frontend development </a:t>
            </a:r>
          </a:p>
          <a:p>
            <a:pPr lvl="0"/>
            <a:r>
              <a:rPr lang="en-IN" sz="1100" dirty="0">
                <a:latin typeface="Times New Roman" panose="02020603050405020304" pitchFamily="18" charset="0"/>
                <a:cs typeface="Times New Roman" panose="02020603050405020304" pitchFamily="18" charset="0"/>
              </a:rPr>
              <a:t>Backend APIs and database architecture </a:t>
            </a:r>
          </a:p>
          <a:p>
            <a:pPr lvl="0"/>
            <a:r>
              <a:rPr lang="en-IN" sz="1100" dirty="0">
                <a:latin typeface="Times New Roman" panose="02020603050405020304" pitchFamily="18" charset="0"/>
                <a:cs typeface="Times New Roman" panose="02020603050405020304" pitchFamily="18" charset="0"/>
              </a:rPr>
              <a:t>Prototype development and technical documentation </a:t>
            </a:r>
          </a:p>
          <a:p>
            <a:endParaRPr lang="en-IN" sz="1100" b="1" dirty="0">
              <a:latin typeface="Times New Roman" panose="02020603050405020304" pitchFamily="18" charset="0"/>
              <a:cs typeface="Times New Roman" panose="02020603050405020304" pitchFamily="18" charset="0"/>
            </a:endParaRPr>
          </a:p>
          <a:p>
            <a:r>
              <a:rPr lang="en-IN" sz="1100" b="1" dirty="0">
                <a:latin typeface="Times New Roman" panose="02020603050405020304" pitchFamily="18" charset="0"/>
                <a:cs typeface="Times New Roman" panose="02020603050405020304" pitchFamily="18" charset="0"/>
              </a:rPr>
              <a:t>Core Skills</a:t>
            </a:r>
            <a:br>
              <a:rPr lang="en-IN" sz="1100" dirty="0">
                <a:latin typeface="Times New Roman" panose="02020603050405020304" pitchFamily="18" charset="0"/>
                <a:cs typeface="Times New Roman" panose="02020603050405020304" pitchFamily="18" charset="0"/>
              </a:rPr>
            </a:br>
            <a:r>
              <a:rPr lang="en-IN" sz="1100" dirty="0">
                <a:latin typeface="Times New Roman" panose="02020603050405020304" pitchFamily="18" charset="0"/>
                <a:cs typeface="Times New Roman" panose="02020603050405020304" pitchFamily="18" charset="0"/>
              </a:rPr>
              <a:t>React • TypeScript • Node.js • Python • AI/ML • AI Agents • APIs • Databases • Cloud Deployment</a:t>
            </a:r>
          </a:p>
          <a:p>
            <a:endParaRPr lang="en-IN" sz="11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84">
          <a:extLst>
            <a:ext uri="{FF2B5EF4-FFF2-40B4-BE49-F238E27FC236}">
              <a16:creationId xmlns:a16="http://schemas.microsoft.com/office/drawing/2014/main" id="{FF536613-AFB2-B94F-00C4-236ECEE4618C}"/>
            </a:ext>
          </a:extLst>
        </p:cNvPr>
        <p:cNvGrpSpPr/>
        <p:nvPr/>
      </p:nvGrpSpPr>
      <p:grpSpPr>
        <a:xfrm>
          <a:off x="0" y="0"/>
          <a:ext cx="0" cy="0"/>
          <a:chOff x="0" y="0"/>
          <a:chExt cx="0" cy="0"/>
        </a:xfrm>
      </p:grpSpPr>
      <p:pic>
        <p:nvPicPr>
          <p:cNvPr id="285" name="Google Shape;285;p24">
            <a:extLst>
              <a:ext uri="{FF2B5EF4-FFF2-40B4-BE49-F238E27FC236}">
                <a16:creationId xmlns:a16="http://schemas.microsoft.com/office/drawing/2014/main" id="{64C7F32D-1FFE-70CF-6BBF-B3FEE9CF8B42}"/>
              </a:ext>
            </a:extLst>
          </p:cNvPr>
          <p:cNvPicPr preferRelativeResize="0"/>
          <p:nvPr/>
        </p:nvPicPr>
        <p:blipFill rotWithShape="1">
          <a:blip r:embed="rId3">
            <a:alphaModFix/>
          </a:blip>
          <a:srcRect/>
          <a:stretch/>
        </p:blipFill>
        <p:spPr>
          <a:xfrm>
            <a:off x="0" y="0"/>
            <a:ext cx="9143992" cy="5143501"/>
          </a:xfrm>
          <a:prstGeom prst="rect">
            <a:avLst/>
          </a:prstGeom>
          <a:noFill/>
          <a:ln>
            <a:noFill/>
          </a:ln>
        </p:spPr>
      </p:pic>
      <p:sp>
        <p:nvSpPr>
          <p:cNvPr id="286" name="Google Shape;286;p24">
            <a:extLst>
              <a:ext uri="{FF2B5EF4-FFF2-40B4-BE49-F238E27FC236}">
                <a16:creationId xmlns:a16="http://schemas.microsoft.com/office/drawing/2014/main" id="{2020E82C-927C-0E73-40D8-504D4D6311EC}"/>
              </a:ext>
            </a:extLst>
          </p:cNvPr>
          <p:cNvSpPr/>
          <p:nvPr/>
        </p:nvSpPr>
        <p:spPr>
          <a:xfrm>
            <a:off x="313450" y="1252057"/>
            <a:ext cx="8705400" cy="3149700"/>
          </a:xfrm>
          <a:prstGeom prst="rect">
            <a:avLst/>
          </a:prstGeom>
          <a:noFill/>
          <a:ln>
            <a:noFill/>
          </a:ln>
        </p:spPr>
        <p:txBody>
          <a:bodyPr spcFirstLastPara="1" wrap="square" lIns="91425" tIns="91425" rIns="91425" bIns="91425" anchor="t" anchorCtr="0">
            <a:noAutofit/>
          </a:bodyPr>
          <a:lstStyle/>
          <a:p>
            <a:pPr marL="158750" marR="0" lvl="0" algn="l" rtl="0">
              <a:lnSpc>
                <a:spcPct val="115000"/>
              </a:lnSpc>
              <a:spcBef>
                <a:spcPts val="1200"/>
              </a:spcBef>
              <a:spcAft>
                <a:spcPts val="0"/>
              </a:spcAft>
              <a:buClr>
                <a:schemeClr val="dk1"/>
              </a:buClr>
              <a:buSzPts val="1100"/>
            </a:pPr>
            <a:r>
              <a:rPr lang="en-US" sz="1100" b="1" dirty="0">
                <a:solidFill>
                  <a:schemeClr val="dk1"/>
                </a:solidFill>
                <a:latin typeface="Times New Roman" panose="02020603050405020304" pitchFamily="18" charset="0"/>
                <a:cs typeface="Times New Roman" panose="02020603050405020304" pitchFamily="18" charset="0"/>
              </a:rPr>
              <a:t>WHY THIS PROGRAMME</a:t>
            </a:r>
            <a:endParaRPr sz="1100" b="1" dirty="0">
              <a:solidFill>
                <a:schemeClr val="dk1"/>
              </a:solidFill>
              <a:latin typeface="Times New Roman" panose="02020603050405020304" pitchFamily="18" charset="0"/>
              <a:cs typeface="Times New Roman" panose="02020603050405020304" pitchFamily="18" charset="0"/>
            </a:endParaRPr>
          </a:p>
          <a:p>
            <a:pPr marL="158750" marR="0" lvl="0" algn="l" rtl="0">
              <a:lnSpc>
                <a:spcPct val="115000"/>
              </a:lnSpc>
              <a:spcBef>
                <a:spcPts val="0"/>
              </a:spcBef>
              <a:spcAft>
                <a:spcPts val="0"/>
              </a:spcAft>
              <a:buClr>
                <a:schemeClr val="dk1"/>
              </a:buClr>
              <a:buSzPts val="1100"/>
            </a:pPr>
            <a:r>
              <a:rPr lang="en-US" sz="1100" dirty="0" err="1">
                <a:solidFill>
                  <a:schemeClr val="dk1"/>
                </a:solidFill>
                <a:latin typeface="Times New Roman" panose="02020603050405020304" pitchFamily="18" charset="0"/>
                <a:cs typeface="Times New Roman" panose="02020603050405020304" pitchFamily="18" charset="0"/>
              </a:rPr>
              <a:t>QuotePilot</a:t>
            </a:r>
            <a:r>
              <a:rPr lang="en-US" sz="1100" dirty="0">
                <a:solidFill>
                  <a:schemeClr val="dk1"/>
                </a:solidFill>
                <a:latin typeface="Times New Roman" panose="02020603050405020304" pitchFamily="18" charset="0"/>
                <a:cs typeface="Times New Roman" panose="02020603050405020304" pitchFamily="18" charset="0"/>
              </a:rPr>
              <a:t> needs disciplined discovery, a narrow beachhead, credible pricing, enterprise design partners, governance and a repeatable sales motion - not model development alone.</a:t>
            </a:r>
            <a:endParaRPr sz="1100" dirty="0">
              <a:solidFill>
                <a:schemeClr val="dk1"/>
              </a:solidFill>
              <a:latin typeface="Times New Roman" panose="02020603050405020304" pitchFamily="18" charset="0"/>
              <a:cs typeface="Times New Roman" panose="02020603050405020304" pitchFamily="18" charset="0"/>
            </a:endParaRPr>
          </a:p>
          <a:p>
            <a:pPr marL="158750" marR="0" lvl="0" algn="l" rtl="0">
              <a:lnSpc>
                <a:spcPct val="115000"/>
              </a:lnSpc>
              <a:spcBef>
                <a:spcPts val="0"/>
              </a:spcBef>
              <a:spcAft>
                <a:spcPts val="0"/>
              </a:spcAft>
              <a:buClr>
                <a:schemeClr val="dk1"/>
              </a:buClr>
              <a:buSzPts val="1100"/>
            </a:pPr>
            <a:r>
              <a:rPr lang="en-US" sz="1100" b="1" dirty="0">
                <a:solidFill>
                  <a:schemeClr val="dk1"/>
                </a:solidFill>
                <a:latin typeface="Times New Roman" panose="02020603050405020304" pitchFamily="18" charset="0"/>
                <a:cs typeface="Times New Roman" panose="02020603050405020304" pitchFamily="18" charset="0"/>
              </a:rPr>
              <a:t>SUPPORT SOUGHT</a:t>
            </a:r>
            <a:endParaRPr sz="1100" b="1" dirty="0">
              <a:solidFill>
                <a:schemeClr val="dk1"/>
              </a:solidFill>
              <a:latin typeface="Times New Roman" panose="02020603050405020304" pitchFamily="18" charset="0"/>
              <a:cs typeface="Times New Roman" panose="02020603050405020304" pitchFamily="18" charset="0"/>
            </a:endParaRPr>
          </a:p>
          <a:p>
            <a:pPr marL="158750" marR="0" lvl="0" algn="l" rtl="0">
              <a:lnSpc>
                <a:spcPct val="115000"/>
              </a:lnSpc>
              <a:spcBef>
                <a:spcPts val="0"/>
              </a:spcBef>
              <a:spcAft>
                <a:spcPts val="0"/>
              </a:spcAft>
              <a:buClr>
                <a:schemeClr val="dk1"/>
              </a:buClr>
              <a:buSzPts val="1100"/>
            </a:pPr>
            <a:r>
              <a:rPr lang="en-US" sz="1100" dirty="0">
                <a:solidFill>
                  <a:schemeClr val="dk1"/>
                </a:solidFill>
                <a:latin typeface="Times New Roman" panose="02020603050405020304" pitchFamily="18" charset="0"/>
                <a:cs typeface="Times New Roman" panose="02020603050405020304" pitchFamily="18" charset="0"/>
              </a:rPr>
              <a:t>• Introductions to industrial suppliers/distributors and sales leaders.</a:t>
            </a:r>
            <a:endParaRPr sz="1100" dirty="0">
              <a:solidFill>
                <a:schemeClr val="dk1"/>
              </a:solidFill>
              <a:latin typeface="Times New Roman" panose="02020603050405020304" pitchFamily="18" charset="0"/>
              <a:cs typeface="Times New Roman" panose="02020603050405020304" pitchFamily="18" charset="0"/>
            </a:endParaRPr>
          </a:p>
          <a:p>
            <a:pPr marL="158750" marR="0" lvl="0" algn="l" rtl="0">
              <a:lnSpc>
                <a:spcPct val="115000"/>
              </a:lnSpc>
              <a:spcBef>
                <a:spcPts val="0"/>
              </a:spcBef>
              <a:spcAft>
                <a:spcPts val="0"/>
              </a:spcAft>
              <a:buClr>
                <a:schemeClr val="dk1"/>
              </a:buClr>
              <a:buSzPts val="1100"/>
            </a:pPr>
            <a:r>
              <a:rPr lang="en-US" sz="1100" dirty="0">
                <a:solidFill>
                  <a:schemeClr val="dk1"/>
                </a:solidFill>
                <a:latin typeface="Times New Roman" panose="02020603050405020304" pitchFamily="18" charset="0"/>
                <a:cs typeface="Times New Roman" panose="02020603050405020304" pitchFamily="18" charset="0"/>
              </a:rPr>
              <a:t>• Mentoring on ICP, paid pilots, pricing and procurement cycles.</a:t>
            </a:r>
            <a:endParaRPr sz="1100" dirty="0">
              <a:solidFill>
                <a:schemeClr val="dk1"/>
              </a:solidFill>
              <a:latin typeface="Times New Roman" panose="02020603050405020304" pitchFamily="18" charset="0"/>
              <a:cs typeface="Times New Roman" panose="02020603050405020304" pitchFamily="18" charset="0"/>
            </a:endParaRPr>
          </a:p>
          <a:p>
            <a:pPr marL="158750" marR="0" lvl="0" algn="l" rtl="0">
              <a:lnSpc>
                <a:spcPct val="115000"/>
              </a:lnSpc>
              <a:spcBef>
                <a:spcPts val="0"/>
              </a:spcBef>
              <a:spcAft>
                <a:spcPts val="0"/>
              </a:spcAft>
              <a:buClr>
                <a:schemeClr val="dk1"/>
              </a:buClr>
              <a:buSzPts val="1100"/>
            </a:pPr>
            <a:r>
              <a:rPr lang="en-US" sz="1100" dirty="0">
                <a:solidFill>
                  <a:schemeClr val="dk1"/>
                </a:solidFill>
                <a:latin typeface="Times New Roman" panose="02020603050405020304" pitchFamily="18" charset="0"/>
                <a:cs typeface="Times New Roman" panose="02020603050405020304" pitchFamily="18" charset="0"/>
              </a:rPr>
              <a:t>• Product review on usability, adoption and outcome measurement.</a:t>
            </a:r>
            <a:endParaRPr sz="1100" dirty="0">
              <a:solidFill>
                <a:schemeClr val="dk1"/>
              </a:solidFill>
              <a:latin typeface="Times New Roman" panose="02020603050405020304" pitchFamily="18" charset="0"/>
              <a:cs typeface="Times New Roman" panose="02020603050405020304" pitchFamily="18" charset="0"/>
            </a:endParaRPr>
          </a:p>
          <a:p>
            <a:pPr marL="158750" marR="0" lvl="0" algn="l" rtl="0">
              <a:lnSpc>
                <a:spcPct val="115000"/>
              </a:lnSpc>
              <a:spcBef>
                <a:spcPts val="0"/>
              </a:spcBef>
              <a:spcAft>
                <a:spcPts val="0"/>
              </a:spcAft>
              <a:buClr>
                <a:schemeClr val="dk1"/>
              </a:buClr>
              <a:buSzPts val="1100"/>
            </a:pPr>
            <a:r>
              <a:rPr lang="en-US" sz="1100" dirty="0">
                <a:solidFill>
                  <a:schemeClr val="dk1"/>
                </a:solidFill>
                <a:latin typeface="Times New Roman" panose="02020603050405020304" pitchFamily="18" charset="0"/>
                <a:cs typeface="Times New Roman" panose="02020603050405020304" pitchFamily="18" charset="0"/>
              </a:rPr>
              <a:t>• Architecture, security, legal/IP and responsible-AI guidance.</a:t>
            </a:r>
            <a:endParaRPr sz="1100" dirty="0">
              <a:solidFill>
                <a:schemeClr val="dk1"/>
              </a:solidFill>
              <a:latin typeface="Times New Roman" panose="02020603050405020304" pitchFamily="18" charset="0"/>
              <a:cs typeface="Times New Roman" panose="02020603050405020304" pitchFamily="18" charset="0"/>
            </a:endParaRPr>
          </a:p>
          <a:p>
            <a:pPr marL="158750" marR="0" lvl="0" algn="l" rtl="0">
              <a:lnSpc>
                <a:spcPct val="115000"/>
              </a:lnSpc>
              <a:spcBef>
                <a:spcPts val="0"/>
              </a:spcBef>
              <a:spcAft>
                <a:spcPts val="0"/>
              </a:spcAft>
              <a:buClr>
                <a:schemeClr val="dk1"/>
              </a:buClr>
              <a:buSzPts val="1100"/>
            </a:pPr>
            <a:r>
              <a:rPr lang="en-US" sz="1100" dirty="0">
                <a:solidFill>
                  <a:schemeClr val="dk1"/>
                </a:solidFill>
                <a:latin typeface="Times New Roman" panose="02020603050405020304" pitchFamily="18" charset="0"/>
                <a:cs typeface="Times New Roman" panose="02020603050405020304" pitchFamily="18" charset="0"/>
              </a:rPr>
              <a:t>• Cloud credits and integration/UX talent access.</a:t>
            </a:r>
            <a:endParaRPr sz="1100" dirty="0">
              <a:solidFill>
                <a:schemeClr val="dk1"/>
              </a:solidFill>
              <a:latin typeface="Times New Roman" panose="02020603050405020304" pitchFamily="18" charset="0"/>
              <a:cs typeface="Times New Roman" panose="02020603050405020304" pitchFamily="18" charset="0"/>
            </a:endParaRPr>
          </a:p>
          <a:p>
            <a:pPr marL="158750" marR="0" lvl="0" algn="l" rtl="0">
              <a:lnSpc>
                <a:spcPct val="115000"/>
              </a:lnSpc>
              <a:spcBef>
                <a:spcPts val="0"/>
              </a:spcBef>
              <a:spcAft>
                <a:spcPts val="0"/>
              </a:spcAft>
              <a:buClr>
                <a:schemeClr val="dk1"/>
              </a:buClr>
              <a:buSzPts val="1100"/>
            </a:pPr>
            <a:r>
              <a:rPr lang="en-US" sz="1100" b="1" dirty="0">
                <a:solidFill>
                  <a:schemeClr val="dk1"/>
                </a:solidFill>
                <a:latin typeface="Times New Roman" panose="02020603050405020304" pitchFamily="18" charset="0"/>
                <a:cs typeface="Times New Roman" panose="02020603050405020304" pitchFamily="18" charset="0"/>
              </a:rPr>
              <a:t>BIGGEST BLOCKER</a:t>
            </a:r>
            <a:endParaRPr sz="1100" b="1" dirty="0">
              <a:solidFill>
                <a:schemeClr val="dk1"/>
              </a:solidFill>
              <a:latin typeface="Times New Roman" panose="02020603050405020304" pitchFamily="18" charset="0"/>
              <a:cs typeface="Times New Roman" panose="02020603050405020304" pitchFamily="18" charset="0"/>
            </a:endParaRPr>
          </a:p>
          <a:p>
            <a:pPr marL="158750" marR="0" lvl="0" algn="l" rtl="0">
              <a:lnSpc>
                <a:spcPct val="115000"/>
              </a:lnSpc>
              <a:spcBef>
                <a:spcPts val="0"/>
              </a:spcBef>
              <a:spcAft>
                <a:spcPts val="0"/>
              </a:spcAft>
              <a:buClr>
                <a:schemeClr val="dk1"/>
              </a:buClr>
              <a:buSzPts val="1100"/>
            </a:pPr>
            <a:r>
              <a:rPr lang="en-US" sz="1100" dirty="0">
                <a:solidFill>
                  <a:schemeClr val="dk1"/>
                </a:solidFill>
                <a:latin typeface="Times New Roman" panose="02020603050405020304" pitchFamily="18" charset="0"/>
                <a:cs typeface="Times New Roman" panose="02020603050405020304" pitchFamily="18" charset="0"/>
              </a:rPr>
              <a:t>Representative </a:t>
            </a:r>
            <a:r>
              <a:rPr lang="en-US" sz="1100" dirty="0" err="1">
                <a:solidFill>
                  <a:schemeClr val="dk1"/>
                </a:solidFill>
                <a:latin typeface="Times New Roman" panose="02020603050405020304" pitchFamily="18" charset="0"/>
                <a:cs typeface="Times New Roman" panose="02020603050405020304" pitchFamily="18" charset="0"/>
              </a:rPr>
              <a:t>anonymised</a:t>
            </a:r>
            <a:r>
              <a:rPr lang="en-US" sz="1100" dirty="0">
                <a:solidFill>
                  <a:schemeClr val="dk1"/>
                </a:solidFill>
                <a:latin typeface="Times New Roman" panose="02020603050405020304" pitchFamily="18" charset="0"/>
                <a:cs typeface="Times New Roman" panose="02020603050405020304" pitchFamily="18" charset="0"/>
              </a:rPr>
              <a:t> RFQs, catalogues, price policies and domain reviewers. Without them, a demo cannot prove match accuracy or ROI.</a:t>
            </a:r>
            <a:endParaRPr sz="1100" dirty="0">
              <a:solidFill>
                <a:schemeClr val="dk1"/>
              </a:solidFill>
              <a:latin typeface="Times New Roman" panose="02020603050405020304" pitchFamily="18" charset="0"/>
              <a:cs typeface="Times New Roman" panose="02020603050405020304" pitchFamily="18" charset="0"/>
            </a:endParaRPr>
          </a:p>
          <a:p>
            <a:pPr marL="158750" marR="0" lvl="0" algn="l" rtl="0">
              <a:lnSpc>
                <a:spcPct val="115000"/>
              </a:lnSpc>
              <a:spcBef>
                <a:spcPts val="0"/>
              </a:spcBef>
              <a:spcAft>
                <a:spcPts val="0"/>
              </a:spcAft>
              <a:buClr>
                <a:schemeClr val="dk1"/>
              </a:buClr>
              <a:buSzPts val="1100"/>
            </a:pPr>
            <a:r>
              <a:rPr lang="en-US" sz="1100" b="1" dirty="0">
                <a:solidFill>
                  <a:schemeClr val="dk1"/>
                </a:solidFill>
                <a:latin typeface="Times New Roman" panose="02020603050405020304" pitchFamily="18" charset="0"/>
                <a:cs typeface="Times New Roman" panose="02020603050405020304" pitchFamily="18" charset="0"/>
              </a:rPr>
              <a:t>INCUBATION OUTCOME</a:t>
            </a:r>
            <a:endParaRPr sz="1100" b="1" dirty="0">
              <a:solidFill>
                <a:schemeClr val="dk1"/>
              </a:solidFill>
              <a:latin typeface="Times New Roman" panose="02020603050405020304" pitchFamily="18" charset="0"/>
              <a:cs typeface="Times New Roman" panose="02020603050405020304" pitchFamily="18" charset="0"/>
            </a:endParaRPr>
          </a:p>
          <a:p>
            <a:pPr marL="158750" marR="0" lvl="0" algn="l" rtl="0">
              <a:lnSpc>
                <a:spcPct val="115000"/>
              </a:lnSpc>
              <a:spcBef>
                <a:spcPts val="0"/>
              </a:spcBef>
              <a:spcAft>
                <a:spcPts val="0"/>
              </a:spcAft>
              <a:buClr>
                <a:schemeClr val="dk1"/>
              </a:buClr>
              <a:buSzPts val="1100"/>
            </a:pPr>
            <a:r>
              <a:rPr lang="en-US" sz="1100" dirty="0">
                <a:solidFill>
                  <a:schemeClr val="dk1"/>
                </a:solidFill>
                <a:latin typeface="Times New Roman" panose="02020603050405020304" pitchFamily="18" charset="0"/>
                <a:cs typeface="Times New Roman" panose="02020603050405020304" pitchFamily="18" charset="0"/>
              </a:rPr>
              <a:t>3 design partners; 1 validated vertical; measured shadow pilot; 2 paid commitments; evidence-based scale plan.</a:t>
            </a:r>
            <a:endParaRPr sz="1100" dirty="0">
              <a:solidFill>
                <a:schemeClr val="dk1"/>
              </a:solidFill>
              <a:latin typeface="Times New Roman" panose="02020603050405020304" pitchFamily="18" charset="0"/>
              <a:cs typeface="Times New Roman" panose="02020603050405020304" pitchFamily="18" charset="0"/>
            </a:endParaRPr>
          </a:p>
        </p:txBody>
      </p:sp>
      <p:sp>
        <p:nvSpPr>
          <p:cNvPr id="287" name="Google Shape;287;p24">
            <a:extLst>
              <a:ext uri="{FF2B5EF4-FFF2-40B4-BE49-F238E27FC236}">
                <a16:creationId xmlns:a16="http://schemas.microsoft.com/office/drawing/2014/main" id="{897A82B2-6B3F-AE6A-B841-CB9D7C1C3C81}"/>
              </a:ext>
            </a:extLst>
          </p:cNvPr>
          <p:cNvSpPr/>
          <p:nvPr/>
        </p:nvSpPr>
        <p:spPr>
          <a:xfrm>
            <a:off x="313450" y="428700"/>
            <a:ext cx="5153700" cy="5073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2400"/>
              </a:spcBef>
              <a:spcAft>
                <a:spcPts val="600"/>
              </a:spcAft>
              <a:buClr>
                <a:schemeClr val="dk1"/>
              </a:buClr>
              <a:buSzPts val="2300"/>
              <a:buFont typeface="Arial"/>
              <a:buNone/>
            </a:pPr>
            <a:r>
              <a:rPr lang="en-US" sz="2300" b="1" dirty="0">
                <a:solidFill>
                  <a:schemeClr val="dk1"/>
                </a:solidFill>
              </a:rPr>
              <a:t>Why BITSoM Vertex?</a:t>
            </a:r>
            <a:endParaRPr sz="1800" b="1" dirty="0">
              <a:solidFill>
                <a:schemeClr val="dk1"/>
              </a:solidFill>
            </a:endParaRPr>
          </a:p>
        </p:txBody>
      </p:sp>
    </p:spTree>
    <p:extLst>
      <p:ext uri="{BB962C8B-B14F-4D97-AF65-F5344CB8AC3E}">
        <p14:creationId xmlns:p14="http://schemas.microsoft.com/office/powerpoint/2010/main" val="2341565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pic>
        <p:nvPicPr>
          <p:cNvPr id="293" name="Google Shape;293;p25"/>
          <p:cNvPicPr preferRelativeResize="0"/>
          <p:nvPr/>
        </p:nvPicPr>
        <p:blipFill rotWithShape="1">
          <a:blip r:embed="rId3">
            <a:alphaModFix/>
          </a:blip>
          <a:srcRect/>
          <a:stretch/>
        </p:blipFill>
        <p:spPr>
          <a:xfrm>
            <a:off x="0" y="0"/>
            <a:ext cx="9143992" cy="5143501"/>
          </a:xfrm>
          <a:prstGeom prst="rect">
            <a:avLst/>
          </a:prstGeom>
          <a:noFill/>
          <a:ln>
            <a:noFill/>
          </a:ln>
        </p:spPr>
      </p:pic>
      <p:sp>
        <p:nvSpPr>
          <p:cNvPr id="294" name="Google Shape;294;p25"/>
          <p:cNvSpPr/>
          <p:nvPr/>
        </p:nvSpPr>
        <p:spPr>
          <a:xfrm>
            <a:off x="386337" y="1053275"/>
            <a:ext cx="8705400" cy="3149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1200"/>
              </a:spcBef>
              <a:spcAft>
                <a:spcPts val="0"/>
              </a:spcAft>
              <a:buClr>
                <a:schemeClr val="dk1"/>
              </a:buClr>
              <a:buSzPts val="1100"/>
              <a:buFont typeface="Arial"/>
              <a:buNone/>
            </a:pPr>
            <a:r>
              <a:rPr lang="en-US" sz="1100" b="1" dirty="0">
                <a:solidFill>
                  <a:schemeClr val="dk1"/>
                </a:solidFill>
                <a:latin typeface="Times New Roman" panose="02020603050405020304" pitchFamily="18" charset="0"/>
                <a:cs typeface="Times New Roman" panose="02020603050405020304" pitchFamily="18" charset="0"/>
              </a:rPr>
              <a:t>SUBMISSION ASSETS - COMPLETE BEFORE SUBMISSION</a:t>
            </a:r>
            <a:endParaRPr sz="1100" b="1" dirty="0">
              <a:solidFill>
                <a:schemeClr val="dk1"/>
              </a:solidFill>
              <a:latin typeface="Times New Roman" panose="02020603050405020304" pitchFamily="18" charset="0"/>
              <a:cs typeface="Times New Roman" panose="02020603050405020304" pitchFamily="18" charset="0"/>
            </a:endParaRPr>
          </a:p>
          <a:p>
            <a:pPr marL="158750" lvl="0">
              <a:lnSpc>
                <a:spcPct val="115000"/>
              </a:lnSpc>
              <a:spcBef>
                <a:spcPts val="1200"/>
              </a:spcBef>
              <a:buClr>
                <a:schemeClr val="dk1"/>
              </a:buClr>
              <a:buSzPts val="1100"/>
            </a:pPr>
            <a:r>
              <a:rPr lang="en-US" sz="1100" dirty="0">
                <a:solidFill>
                  <a:schemeClr val="dk1"/>
                </a:solidFill>
                <a:latin typeface="Times New Roman" panose="02020603050405020304" pitchFamily="18" charset="0"/>
                <a:cs typeface="Times New Roman" panose="02020603050405020304" pitchFamily="18" charset="0"/>
              </a:rPr>
              <a:t>Prototype: </a:t>
            </a:r>
            <a:r>
              <a:rPr lang="en-US" sz="1100" dirty="0">
                <a:solidFill>
                  <a:schemeClr val="dk1"/>
                </a:solidFill>
                <a:latin typeface="Times New Roman" panose="02020603050405020304" pitchFamily="18" charset="0"/>
                <a:cs typeface="Times New Roman" panose="02020603050405020304" pitchFamily="18" charset="0"/>
                <a:hlinkClick r:id="rId4"/>
              </a:rPr>
              <a:t>https://www.12av21.github.io/qoutationai</a:t>
            </a:r>
            <a:r>
              <a:rPr lang="en-US" sz="1100" dirty="0">
                <a:solidFill>
                  <a:schemeClr val="dk1"/>
                </a:solidFill>
                <a:latin typeface="Times New Roman" panose="02020603050405020304" pitchFamily="18" charset="0"/>
                <a:cs typeface="Times New Roman" panose="02020603050405020304" pitchFamily="18" charset="0"/>
              </a:rPr>
              <a:t> | Demo video: [URL] | GitHub: </a:t>
            </a:r>
            <a:r>
              <a:rPr lang="en-US" sz="1100" dirty="0">
                <a:solidFill>
                  <a:schemeClr val="dk1"/>
                </a:solidFill>
                <a:latin typeface="Times New Roman" panose="02020603050405020304" pitchFamily="18" charset="0"/>
                <a:cs typeface="Times New Roman" panose="02020603050405020304" pitchFamily="18" charset="0"/>
                <a:hlinkClick r:id="rId5"/>
              </a:rPr>
              <a:t>https://www.github.com/12av21/qoutationai</a:t>
            </a:r>
            <a:r>
              <a:rPr lang="en-US" sz="1100" dirty="0">
                <a:solidFill>
                  <a:schemeClr val="dk1"/>
                </a:solidFill>
                <a:latin typeface="Times New Roman" panose="02020603050405020304" pitchFamily="18" charset="0"/>
                <a:cs typeface="Times New Roman" panose="02020603050405020304" pitchFamily="18" charset="0"/>
              </a:rPr>
              <a:t> </a:t>
            </a:r>
            <a:endParaRPr sz="1100" dirty="0">
              <a:solidFill>
                <a:schemeClr val="dk1"/>
              </a:solidFill>
              <a:latin typeface="Times New Roman" panose="02020603050405020304" pitchFamily="18" charset="0"/>
              <a:cs typeface="Times New Roman" panose="02020603050405020304" pitchFamily="18" charset="0"/>
            </a:endParaRPr>
          </a:p>
          <a:p>
            <a:pPr marL="158750" lvl="0">
              <a:lnSpc>
                <a:spcPct val="115000"/>
              </a:lnSpc>
              <a:buClr>
                <a:schemeClr val="dk1"/>
              </a:buClr>
              <a:buSzPts val="1100"/>
            </a:pPr>
            <a:r>
              <a:rPr lang="en-US" sz="1100" dirty="0">
                <a:solidFill>
                  <a:schemeClr val="dk1"/>
                </a:solidFill>
                <a:latin typeface="Times New Roman" panose="02020603050405020304" pitchFamily="18" charset="0"/>
                <a:cs typeface="Times New Roman" panose="02020603050405020304" pitchFamily="18" charset="0"/>
              </a:rPr>
              <a:t>Website: </a:t>
            </a:r>
            <a:r>
              <a:rPr lang="en-US" sz="1100" dirty="0">
                <a:solidFill>
                  <a:schemeClr val="dk1"/>
                </a:solidFill>
                <a:latin typeface="Times New Roman" panose="02020603050405020304" pitchFamily="18" charset="0"/>
                <a:cs typeface="Times New Roman" panose="02020603050405020304" pitchFamily="18" charset="0"/>
                <a:hlinkClick r:id="rId6"/>
              </a:rPr>
              <a:t>https://12av21.github.io/qoutationai</a:t>
            </a:r>
            <a:r>
              <a:rPr lang="en-US" sz="1100" dirty="0">
                <a:solidFill>
                  <a:schemeClr val="dk1"/>
                </a:solidFill>
                <a:latin typeface="Times New Roman" panose="02020603050405020304" pitchFamily="18" charset="0"/>
                <a:cs typeface="Times New Roman" panose="02020603050405020304" pitchFamily="18" charset="0"/>
              </a:rPr>
              <a:t> | </a:t>
            </a:r>
          </a:p>
          <a:p>
            <a:pPr marL="158750" lvl="0">
              <a:lnSpc>
                <a:spcPct val="115000"/>
              </a:lnSpc>
              <a:buClr>
                <a:schemeClr val="dk1"/>
              </a:buClr>
              <a:buSzPts val="1100"/>
            </a:pPr>
            <a:r>
              <a:rPr lang="en-US" sz="1100" dirty="0">
                <a:solidFill>
                  <a:schemeClr val="dk1"/>
                </a:solidFill>
                <a:latin typeface="Times New Roman" panose="02020603050405020304" pitchFamily="18" charset="0"/>
                <a:cs typeface="Times New Roman" panose="02020603050405020304" pitchFamily="18" charset="0"/>
              </a:rPr>
              <a:t>Co-Founder LinkedIn: </a:t>
            </a:r>
            <a:r>
              <a:rPr lang="en-US" sz="1100" dirty="0">
                <a:solidFill>
                  <a:schemeClr val="dk1"/>
                </a:solidFill>
                <a:latin typeface="Times New Roman" panose="02020603050405020304" pitchFamily="18" charset="0"/>
                <a:cs typeface="Times New Roman" panose="02020603050405020304" pitchFamily="18" charset="0"/>
                <a:hlinkClick r:id="rId7"/>
              </a:rPr>
              <a:t>https://www.linkedin.com/in/12av21</a:t>
            </a:r>
            <a:endParaRPr lang="en-US" sz="1100" dirty="0">
              <a:solidFill>
                <a:schemeClr val="dk1"/>
              </a:solidFill>
              <a:latin typeface="Times New Roman" panose="02020603050405020304" pitchFamily="18" charset="0"/>
              <a:cs typeface="Times New Roman" panose="02020603050405020304" pitchFamily="18" charset="0"/>
            </a:endParaRPr>
          </a:p>
          <a:p>
            <a:pPr marL="158750" marR="0" lvl="0" algn="l" rtl="0">
              <a:lnSpc>
                <a:spcPct val="115000"/>
              </a:lnSpc>
              <a:spcBef>
                <a:spcPts val="0"/>
              </a:spcBef>
              <a:spcAft>
                <a:spcPts val="0"/>
              </a:spcAft>
              <a:buClr>
                <a:schemeClr val="dk1"/>
              </a:buClr>
              <a:buSzPts val="1100"/>
            </a:pPr>
            <a:r>
              <a:rPr lang="en-US" sz="1100" dirty="0">
                <a:solidFill>
                  <a:schemeClr val="dk1"/>
                </a:solidFill>
                <a:latin typeface="Times New Roman" panose="02020603050405020304" pitchFamily="18" charset="0"/>
                <a:cs typeface="Times New Roman" panose="02020603050405020304" pitchFamily="18" charset="0"/>
              </a:rPr>
              <a:t>DEMO SCRIPT</a:t>
            </a:r>
            <a:endParaRPr sz="1100" dirty="0">
              <a:solidFill>
                <a:schemeClr val="dk1"/>
              </a:solidFill>
              <a:latin typeface="Times New Roman" panose="02020603050405020304" pitchFamily="18" charset="0"/>
              <a:cs typeface="Times New Roman" panose="02020603050405020304" pitchFamily="18" charset="0"/>
            </a:endParaRPr>
          </a:p>
          <a:p>
            <a:pPr marL="158750" marR="0" lvl="0" algn="l" rtl="0">
              <a:lnSpc>
                <a:spcPct val="115000"/>
              </a:lnSpc>
              <a:spcBef>
                <a:spcPts val="0"/>
              </a:spcBef>
              <a:spcAft>
                <a:spcPts val="0"/>
              </a:spcAft>
              <a:buClr>
                <a:schemeClr val="dk1"/>
              </a:buClr>
              <a:buSzPts val="1100"/>
            </a:pPr>
            <a:r>
              <a:rPr lang="en-US" sz="1100" dirty="0">
                <a:solidFill>
                  <a:schemeClr val="dk1"/>
                </a:solidFill>
                <a:latin typeface="Times New Roman" panose="02020603050405020304" pitchFamily="18" charset="0"/>
                <a:cs typeface="Times New Roman" panose="02020603050405020304" pitchFamily="18" charset="0"/>
              </a:rPr>
              <a:t>1. Upload pressure-transmitter RFQ; show extraction and evidence.</a:t>
            </a:r>
            <a:endParaRPr sz="1100" dirty="0">
              <a:solidFill>
                <a:schemeClr val="dk1"/>
              </a:solidFill>
              <a:latin typeface="Times New Roman" panose="02020603050405020304" pitchFamily="18" charset="0"/>
              <a:cs typeface="Times New Roman" panose="02020603050405020304" pitchFamily="18" charset="0"/>
            </a:endParaRPr>
          </a:p>
          <a:p>
            <a:pPr marL="158750" marR="0" lvl="0" algn="l" rtl="0">
              <a:lnSpc>
                <a:spcPct val="115000"/>
              </a:lnSpc>
              <a:spcBef>
                <a:spcPts val="0"/>
              </a:spcBef>
              <a:spcAft>
                <a:spcPts val="0"/>
              </a:spcAft>
              <a:buClr>
                <a:schemeClr val="dk1"/>
              </a:buClr>
              <a:buSzPts val="1100"/>
            </a:pPr>
            <a:r>
              <a:rPr lang="en-US" sz="1100" dirty="0">
                <a:solidFill>
                  <a:schemeClr val="dk1"/>
                </a:solidFill>
                <a:latin typeface="Times New Roman" panose="02020603050405020304" pitchFamily="18" charset="0"/>
                <a:cs typeface="Times New Roman" panose="02020603050405020304" pitchFamily="18" charset="0"/>
              </a:rPr>
              <a:t>2. Flag missing detail; draft clarification.</a:t>
            </a:r>
            <a:endParaRPr sz="1100" b="1" dirty="0">
              <a:solidFill>
                <a:schemeClr val="dk1"/>
              </a:solidFill>
              <a:latin typeface="Times New Roman" panose="02020603050405020304" pitchFamily="18" charset="0"/>
              <a:cs typeface="Times New Roman" panose="02020603050405020304" pitchFamily="18" charset="0"/>
            </a:endParaRPr>
          </a:p>
          <a:p>
            <a:pPr marL="158750" marR="0" lvl="0" algn="l" rtl="0">
              <a:lnSpc>
                <a:spcPct val="115000"/>
              </a:lnSpc>
              <a:spcBef>
                <a:spcPts val="1200"/>
              </a:spcBef>
              <a:spcAft>
                <a:spcPts val="0"/>
              </a:spcAft>
              <a:buClr>
                <a:schemeClr val="dk1"/>
              </a:buClr>
              <a:buSzPts val="1100"/>
            </a:pPr>
            <a:r>
              <a:rPr lang="en-US" sz="1100" dirty="0">
                <a:solidFill>
                  <a:schemeClr val="dk1"/>
                </a:solidFill>
                <a:latin typeface="Times New Roman" panose="02020603050405020304" pitchFamily="18" charset="0"/>
                <a:cs typeface="Times New Roman" panose="02020603050405020304" pitchFamily="18" charset="0"/>
              </a:rPr>
              <a:t>3. Rank products; fetch stock, lead time and pricing.</a:t>
            </a:r>
            <a:endParaRPr sz="1100" b="1" dirty="0">
              <a:solidFill>
                <a:schemeClr val="dk1"/>
              </a:solidFill>
              <a:latin typeface="Times New Roman" panose="02020603050405020304" pitchFamily="18" charset="0"/>
              <a:cs typeface="Times New Roman" panose="02020603050405020304" pitchFamily="18" charset="0"/>
            </a:endParaRPr>
          </a:p>
          <a:p>
            <a:pPr marL="158750" marR="0" lvl="0" algn="l" rtl="0">
              <a:lnSpc>
                <a:spcPct val="115000"/>
              </a:lnSpc>
              <a:spcBef>
                <a:spcPts val="1200"/>
              </a:spcBef>
              <a:spcAft>
                <a:spcPts val="0"/>
              </a:spcAft>
              <a:buClr>
                <a:schemeClr val="dk1"/>
              </a:buClr>
              <a:buSzPts val="1100"/>
            </a:pPr>
            <a:r>
              <a:rPr lang="en-US" sz="1100" dirty="0">
                <a:solidFill>
                  <a:schemeClr val="dk1"/>
                </a:solidFill>
                <a:latin typeface="Times New Roman" panose="02020603050405020304" pitchFamily="18" charset="0"/>
                <a:cs typeface="Times New Roman" panose="02020603050405020304" pitchFamily="18" charset="0"/>
              </a:rPr>
              <a:t>4. Block low margin; approve; generate quote PDF + audit trail.</a:t>
            </a:r>
            <a:endParaRPr sz="1100" b="1" dirty="0">
              <a:solidFill>
                <a:schemeClr val="dk1"/>
              </a:solidFill>
              <a:latin typeface="Times New Roman" panose="02020603050405020304" pitchFamily="18" charset="0"/>
              <a:cs typeface="Times New Roman" panose="02020603050405020304" pitchFamily="18" charset="0"/>
            </a:endParaRPr>
          </a:p>
          <a:p>
            <a:pPr marL="158750" marR="0" lvl="0" algn="l" rtl="0">
              <a:lnSpc>
                <a:spcPct val="115000"/>
              </a:lnSpc>
              <a:spcBef>
                <a:spcPts val="1200"/>
              </a:spcBef>
              <a:spcAft>
                <a:spcPts val="0"/>
              </a:spcAft>
              <a:buClr>
                <a:schemeClr val="dk1"/>
              </a:buClr>
              <a:buSzPts val="1100"/>
            </a:pPr>
            <a:r>
              <a:rPr lang="en-US" sz="1100" b="1" dirty="0">
                <a:solidFill>
                  <a:schemeClr val="dk1"/>
                </a:solidFill>
                <a:latin typeface="Times New Roman" panose="02020603050405020304" pitchFamily="18" charset="0"/>
                <a:cs typeface="Times New Roman" panose="02020603050405020304" pitchFamily="18" charset="0"/>
              </a:rPr>
              <a:t>CONTACT</a:t>
            </a:r>
            <a:endParaRPr sz="1100" b="1" dirty="0">
              <a:solidFill>
                <a:schemeClr val="dk1"/>
              </a:solidFill>
              <a:latin typeface="Times New Roman" panose="02020603050405020304" pitchFamily="18" charset="0"/>
              <a:cs typeface="Times New Roman" panose="02020603050405020304" pitchFamily="18" charset="0"/>
            </a:endParaRPr>
          </a:p>
          <a:p>
            <a:pPr marL="158750" marR="0" lvl="0" algn="l" rtl="0">
              <a:lnSpc>
                <a:spcPct val="115000"/>
              </a:lnSpc>
              <a:spcBef>
                <a:spcPts val="1200"/>
              </a:spcBef>
              <a:spcAft>
                <a:spcPts val="0"/>
              </a:spcAft>
              <a:buClr>
                <a:schemeClr val="dk1"/>
              </a:buClr>
              <a:buSzPts val="1100"/>
            </a:pPr>
            <a:r>
              <a:rPr lang="en-US" sz="1100" dirty="0">
                <a:solidFill>
                  <a:schemeClr val="dk1"/>
                </a:solidFill>
                <a:latin typeface="Times New Roman" panose="02020603050405020304" pitchFamily="18" charset="0"/>
                <a:cs typeface="Times New Roman" panose="02020603050405020304" pitchFamily="18" charset="0"/>
              </a:rPr>
              <a:t>Amruta Shah-Patel | Founder</a:t>
            </a:r>
          </a:p>
          <a:p>
            <a:pPr marL="158750" marR="0" lvl="0" algn="l" rtl="0">
              <a:lnSpc>
                <a:spcPct val="115000"/>
              </a:lnSpc>
              <a:spcBef>
                <a:spcPts val="1200"/>
              </a:spcBef>
              <a:spcAft>
                <a:spcPts val="0"/>
              </a:spcAft>
              <a:buClr>
                <a:schemeClr val="dk1"/>
              </a:buClr>
              <a:buSzPts val="1100"/>
            </a:pPr>
            <a:r>
              <a:rPr lang="en-US" sz="1100" dirty="0">
                <a:solidFill>
                  <a:schemeClr val="dk1"/>
                </a:solidFill>
                <a:latin typeface="Times New Roman" panose="02020603050405020304" pitchFamily="18" charset="0"/>
                <a:cs typeface="Times New Roman" panose="02020603050405020304" pitchFamily="18" charset="0"/>
              </a:rPr>
              <a:t>Adarsh Verma | Co-Founder</a:t>
            </a:r>
            <a:endParaRPr sz="1100" dirty="0">
              <a:solidFill>
                <a:schemeClr val="dk1"/>
              </a:solidFill>
              <a:latin typeface="Times New Roman" panose="02020603050405020304" pitchFamily="18" charset="0"/>
              <a:cs typeface="Times New Roman" panose="02020603050405020304" pitchFamily="18" charset="0"/>
            </a:endParaRPr>
          </a:p>
          <a:p>
            <a:pPr marL="158750" marR="0" lvl="0" algn="l" rtl="0">
              <a:lnSpc>
                <a:spcPct val="115000"/>
              </a:lnSpc>
              <a:spcBef>
                <a:spcPts val="1200"/>
              </a:spcBef>
              <a:spcAft>
                <a:spcPts val="1200"/>
              </a:spcAft>
              <a:buClr>
                <a:schemeClr val="dk1"/>
              </a:buClr>
              <a:buSzPts val="1100"/>
            </a:pPr>
            <a:r>
              <a:rPr lang="en-US" sz="1100" dirty="0">
                <a:solidFill>
                  <a:schemeClr val="dk1"/>
                </a:solidFill>
                <a:latin typeface="Times New Roman" panose="02020603050405020304" pitchFamily="18" charset="0"/>
                <a:cs typeface="Times New Roman" panose="02020603050405020304" pitchFamily="18" charset="0"/>
              </a:rPr>
              <a:t>Email: adarshverma7376@gmail.com | Phone: 8887784247</a:t>
            </a:r>
            <a:endParaRPr sz="1100" b="1" dirty="0">
              <a:solidFill>
                <a:schemeClr val="dk1"/>
              </a:solidFill>
              <a:latin typeface="Times New Roman" panose="02020603050405020304" pitchFamily="18" charset="0"/>
              <a:cs typeface="Times New Roman" panose="02020603050405020304" pitchFamily="18" charset="0"/>
            </a:endParaRPr>
          </a:p>
        </p:txBody>
      </p:sp>
      <p:sp>
        <p:nvSpPr>
          <p:cNvPr id="295" name="Google Shape;295;p25"/>
          <p:cNvSpPr/>
          <p:nvPr/>
        </p:nvSpPr>
        <p:spPr>
          <a:xfrm>
            <a:off x="313450" y="364539"/>
            <a:ext cx="5153700" cy="5073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2400"/>
              </a:spcBef>
              <a:spcAft>
                <a:spcPts val="600"/>
              </a:spcAft>
              <a:buClr>
                <a:schemeClr val="dk1"/>
              </a:buClr>
              <a:buSzPts val="2300"/>
              <a:buFont typeface="Arial"/>
              <a:buNone/>
            </a:pPr>
            <a:r>
              <a:rPr lang="en-US" sz="2300" b="1" dirty="0">
                <a:solidFill>
                  <a:schemeClr val="dk1"/>
                </a:solidFill>
              </a:rPr>
              <a:t>Supporting Material</a:t>
            </a:r>
            <a:endParaRPr sz="1800" b="1" dirty="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pic>
        <p:nvPicPr>
          <p:cNvPr id="301" name="Google Shape;301;p26"/>
          <p:cNvPicPr preferRelativeResize="0"/>
          <p:nvPr/>
        </p:nvPicPr>
        <p:blipFill rotWithShape="1">
          <a:blip r:embed="rId3">
            <a:alphaModFix/>
          </a:blip>
          <a:srcRect/>
          <a:stretch/>
        </p:blipFill>
        <p:spPr>
          <a:xfrm>
            <a:off x="0" y="0"/>
            <a:ext cx="9143992" cy="5143501"/>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TotalTime>
  <Words>2548</Words>
  <Application>Microsoft Office PowerPoint</Application>
  <PresentationFormat>On-screen Show (16:9)</PresentationFormat>
  <Paragraphs>238</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Manrope</vt:lpstr>
      <vt:lpstr>Times New Roman</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adarsh verma</dc:creator>
  <cp:lastModifiedBy>adarsh verma</cp:lastModifiedBy>
  <cp:revision>4</cp:revision>
  <dcterms:modified xsi:type="dcterms:W3CDTF">2026-09-06T12:30:04Z</dcterms:modified>
</cp:coreProperties>
</file>